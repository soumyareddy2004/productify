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2" r:id="rId5"/>
    <p:sldId id="260" r:id="rId6"/>
    <p:sldId id="261" r:id="rId7"/>
    <p:sldId id="263" r:id="rId8"/>
    <p:sldId id="264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7" d="100"/>
          <a:sy n="87" d="100"/>
        </p:scale>
        <p:origin x="125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wmyareddy1911@gmail.com" userId="00f31b6bbb88ed74" providerId="LiveId" clId="{F0F61E38-0DCB-4305-B49A-C2FF62BC9B7F}"/>
    <pc:docChg chg="undo custSel addSld delSld">
      <pc:chgData name="sowmyareddy1911@gmail.com" userId="00f31b6bbb88ed74" providerId="LiveId" clId="{F0F61E38-0DCB-4305-B49A-C2FF62BC9B7F}" dt="2024-05-31T15:26:51.932" v="3" actId="2696"/>
      <pc:docMkLst>
        <pc:docMk/>
      </pc:docMkLst>
      <pc:sldChg chg="add del">
        <pc:chgData name="sowmyareddy1911@gmail.com" userId="00f31b6bbb88ed74" providerId="LiveId" clId="{F0F61E38-0DCB-4305-B49A-C2FF62BC9B7F}" dt="2024-05-31T15:03:03.800" v="1" actId="2696"/>
        <pc:sldMkLst>
          <pc:docMk/>
          <pc:sldMk cId="3918654392" sldId="258"/>
        </pc:sldMkLst>
      </pc:sldChg>
      <pc:sldChg chg="add del">
        <pc:chgData name="sowmyareddy1911@gmail.com" userId="00f31b6bbb88ed74" providerId="LiveId" clId="{F0F61E38-0DCB-4305-B49A-C2FF62BC9B7F}" dt="2024-05-31T15:26:51.932" v="3" actId="2696"/>
        <pc:sldMkLst>
          <pc:docMk/>
          <pc:sldMk cId="2860734939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D063BD56-785C-47B3-84E8-D03E7C9BA33E}" type="datetimeFigureOut">
              <a:rPr lang="en-IN" smtClean="0"/>
              <a:t>31-05-2024</a:t>
            </a:fld>
            <a:endParaRPr lang="en-IN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IN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E0F5721F-E3E3-4C64-92D4-B796D38A99C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3249" y="4149080"/>
            <a:ext cx="5566903" cy="2077691"/>
          </a:xfrm>
        </p:spPr>
        <p:txBody>
          <a:bodyPr>
            <a:normAutofit/>
          </a:bodyPr>
          <a:lstStyle/>
          <a:p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DONTHOJU ANANYA(22B81A6605)</a:t>
            </a: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KOTHA SHRAVYA(22B81A6641)</a:t>
            </a:r>
            <a:endParaRPr lang="en-US" sz="20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BODIGAM SOUMYA(22B81A6645)</a:t>
            </a:r>
            <a:endParaRPr lang="en-IN" sz="2000" b="1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3249" y="125760"/>
            <a:ext cx="8856984" cy="1143000"/>
          </a:xfrm>
        </p:spPr>
        <p:txBody>
          <a:bodyPr>
            <a:normAutofit/>
          </a:bodyPr>
          <a:lstStyle/>
          <a:p>
            <a:pPr algn="ctr"/>
            <a:r>
              <a:rPr lang="en-US" sz="3600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latin typeface="CG Omega" pitchFamily="34" charset="0"/>
                <a:ea typeface="Times New Roman"/>
                <a:cs typeface="Times New Roman"/>
                <a:sym typeface="Times New Roman"/>
              </a:rPr>
              <a:t>CVR COLLEGE OF ENGINEERING</a:t>
            </a:r>
            <a:endParaRPr lang="en-IN" sz="4000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solidFill>
                <a:schemeClr val="tx1"/>
              </a:solidFill>
              <a:effectLst/>
              <a:latin typeface="CG Omega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763688" y="2132856"/>
            <a:ext cx="504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99"/>
                </a:solidFill>
              </a:rPr>
              <a:t>Project Title : 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PRODUCTIFY</a:t>
            </a:r>
            <a:endParaRPr lang="en-IN" sz="3600" b="1" dirty="0">
              <a:solidFill>
                <a:srgbClr val="000099"/>
              </a:solidFill>
            </a:endParaRPr>
          </a:p>
        </p:txBody>
      </p:sp>
      <p:pic>
        <p:nvPicPr>
          <p:cNvPr id="6" name="Google Shape;87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9512" y="314214"/>
            <a:ext cx="971600" cy="93610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381361" y="1050603"/>
            <a:ext cx="6840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ea typeface="Times New Roman"/>
                <a:cs typeface="Times New Roman"/>
                <a:sym typeface="Times New Roman"/>
              </a:rPr>
              <a:t>Department of Emerging Technologies</a:t>
            </a:r>
            <a:endParaRPr lang="en-IN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936114-8A3B-D8A3-650D-652332B5C9B7}"/>
              </a:ext>
            </a:extLst>
          </p:cNvPr>
          <p:cNvSpPr txBox="1"/>
          <p:nvPr/>
        </p:nvSpPr>
        <p:spPr>
          <a:xfrm>
            <a:off x="5436096" y="5211108"/>
            <a:ext cx="3528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 NAME:</a:t>
            </a:r>
          </a:p>
          <a:p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Dr.M.SURYA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BHUPAL RAO</a:t>
            </a:r>
          </a:p>
        </p:txBody>
      </p:sp>
    </p:spTree>
    <p:extLst>
      <p:ext uri="{BB962C8B-B14F-4D97-AF65-F5344CB8AC3E}">
        <p14:creationId xmlns:p14="http://schemas.microsoft.com/office/powerpoint/2010/main" val="1555276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Productify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" is a comprehensive project aimed at revolutionizing the way products and services are presented, marketed, and enhanced in the digital landscape.</a:t>
            </a:r>
          </a:p>
          <a:p>
            <a:pPr marL="457200" indent="-457200">
              <a:lnSpc>
                <a:spcPct val="150000"/>
              </a:lnSpc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 its core, </a:t>
            </a: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Productify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is a product landing page builder, equipped with an intuitive user interface and robust backend infrastructure. 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</a:pP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65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quality product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visuals: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images,videos,or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elements that showcase the product from different angles and in use.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Ensure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landing page is optimized for various devices and screen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sizes,providing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seamless user experience.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Customize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content or messaging based on visitor data.</a:t>
            </a:r>
          </a:p>
          <a:p>
            <a:pPr lvl="1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optimization: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 the landing page for overall performance to provide a smooth user experience.</a:t>
            </a:r>
          </a:p>
          <a:p>
            <a:pPr lvl="1"/>
            <a:endParaRPr lang="en-US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0734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43608" y="1628800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Prototype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Research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Optimize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Develop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Unveil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Create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Test</a:t>
            </a:r>
          </a:p>
          <a:p>
            <a:pPr marL="0" indent="0">
              <a:buNone/>
            </a:pPr>
            <a:r>
              <a:rPr lang="en-IN" sz="240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Iterate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Finalize</a:t>
            </a:r>
          </a:p>
          <a:p>
            <a:pPr marL="0" indent="0">
              <a:buNone/>
            </a:pPr>
            <a:r>
              <a:rPr lang="en-IN" sz="2400" dirty="0">
                <a:solidFill>
                  <a:srgbClr val="D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IN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Yield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60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Product Development Journey: From Prototype to Yield</a:t>
            </a:r>
            <a:endParaRPr lang="en-IN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5255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Languages:HTML,CSS,JavaScript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Database :MySQL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Tools/IDE: VS Code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963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9552" y="1700808"/>
            <a:ext cx="82296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 Specifications: (RAM &amp; Hard disk):8GB,</a:t>
            </a:r>
            <a:r>
              <a:rPr lang="en-US" sz="28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128</a:t>
            </a: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GB SSD.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Operating System: Windows.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457200" lvl="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Processor: Intel Core i5/i7.</a:t>
            </a:r>
            <a:endParaRPr lang="en-IN" sz="2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87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9D8F-28ED-647C-07E9-5D3B7142D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167" y="4407076"/>
            <a:ext cx="7886700" cy="994172"/>
          </a:xfrm>
        </p:spPr>
        <p:txBody>
          <a:bodyPr>
            <a:normAutofit fontScale="90000"/>
          </a:bodyPr>
          <a:lstStyle/>
          <a:p>
            <a:pPr algn="ctr"/>
            <a:endParaRPr lang="en-IN" sz="6000" dirty="0">
              <a:solidFill>
                <a:schemeClr val="tx2">
                  <a:lumMod val="50000"/>
                </a:schemeClr>
              </a:solidFill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1608E7-9BD6-1993-8397-A1195ED11761}"/>
              </a:ext>
            </a:extLst>
          </p:cNvPr>
          <p:cNvSpPr txBox="1"/>
          <p:nvPr/>
        </p:nvSpPr>
        <p:spPr>
          <a:xfrm>
            <a:off x="897412" y="801421"/>
            <a:ext cx="7076209" cy="4336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3" indent="-2143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E-commerce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 the context of e-commerce,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might involve sourcing products, creating product listings, and optimizing the online shopping experience to maximize sales.</a:t>
            </a:r>
          </a:p>
          <a:p>
            <a:pPr marL="214313" indent="-2143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Creation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Content creators might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their content by turning it into sellable products such as e-books, courses, or merchandise.</a:t>
            </a:r>
          </a:p>
          <a:p>
            <a:pPr marL="214313" indent="-214313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Marketing and Branding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Marketers might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productify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" branding efforts by creating tangible brand assets such as logos, brand guidelines, and marketing material</a:t>
            </a:r>
            <a:r>
              <a:rPr lang="en-US" dirty="0">
                <a:solidFill>
                  <a:srgbClr val="ECECE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89555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93DAA3-E308-1566-6F70-CF2CE6C2C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2996952"/>
            <a:ext cx="8229600" cy="4525963"/>
          </a:xfrm>
        </p:spPr>
        <p:txBody>
          <a:bodyPr>
            <a:normAutofit/>
          </a:bodyPr>
          <a:lstStyle/>
          <a:p>
            <a:pPr marL="109728" indent="0" algn="ctr">
              <a:buNone/>
            </a:pPr>
            <a:r>
              <a:rPr lang="en-US" sz="660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0510A0-5AC2-E5B4-FD96-B203A7A62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7343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199</TotalTime>
  <Words>340</Words>
  <Application>Microsoft Office PowerPoint</Application>
  <PresentationFormat>On-screen Show (4:3)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20" baseType="lpstr">
      <vt:lpstr>Algerian</vt:lpstr>
      <vt:lpstr>Arial</vt:lpstr>
      <vt:lpstr>Calibri</vt:lpstr>
      <vt:lpstr>CG Omega</vt:lpstr>
      <vt:lpstr>Courier New</vt:lpstr>
      <vt:lpstr>Lucida Sans Unicode</vt:lpstr>
      <vt:lpstr>Symbol</vt:lpstr>
      <vt:lpstr>Times New Roman</vt:lpstr>
      <vt:lpstr>Verdana</vt:lpstr>
      <vt:lpstr>Wingdings 2</vt:lpstr>
      <vt:lpstr>Wingdings 3</vt:lpstr>
      <vt:lpstr>Concourse</vt:lpstr>
      <vt:lpstr>CVR COLLEGE OF ENGINEERING</vt:lpstr>
      <vt:lpstr>Abstract</vt:lpstr>
      <vt:lpstr>Key Features</vt:lpstr>
      <vt:lpstr>The Product Development Journey: From Prototype to Yield</vt:lpstr>
      <vt:lpstr>Software Requirements</vt:lpstr>
      <vt:lpstr>Hardware Requirements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ismail - [2010]</dc:creator>
  <cp:lastModifiedBy>sowmyareddy1911@gmail.com</cp:lastModifiedBy>
  <cp:revision>6</cp:revision>
  <dcterms:created xsi:type="dcterms:W3CDTF">2024-02-20T06:12:10Z</dcterms:created>
  <dcterms:modified xsi:type="dcterms:W3CDTF">2024-05-31T15:27:02Z</dcterms:modified>
</cp:coreProperties>
</file>