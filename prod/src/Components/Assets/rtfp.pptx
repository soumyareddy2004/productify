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64" r:id="rId4"/>
    <p:sldId id="259" r:id="rId5"/>
    <p:sldId id="262" r:id="rId6"/>
    <p:sldId id="265" r:id="rId7"/>
    <p:sldId id="260" r:id="rId8"/>
    <p:sldId id="261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717032"/>
            <a:ext cx="4464496" cy="236572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2400" b="1" dirty="0"/>
              <a:t>Team Members: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Sri Harshitha– 22B81A6648</a:t>
            </a:r>
          </a:p>
          <a:p>
            <a:pPr lvl="1">
              <a:lnSpc>
                <a:spcPct val="150000"/>
              </a:lnSpc>
            </a:pPr>
            <a:r>
              <a:rPr lang="en-US" sz="2000" b="1" dirty="0" err="1"/>
              <a:t>Tejaswini</a:t>
            </a:r>
            <a:r>
              <a:rPr lang="en-US" sz="2000" b="1" dirty="0"/>
              <a:t>–22B81A6654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Harshitha– 22B81A6616</a:t>
            </a:r>
            <a:endParaRPr lang="en-IN" sz="2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249" y="125760"/>
            <a:ext cx="8856984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latin typeface="CG Omega" pitchFamily="34" charset="0"/>
                <a:ea typeface="Times New Roman"/>
                <a:cs typeface="Times New Roman"/>
                <a:sym typeface="Times New Roman"/>
              </a:rPr>
              <a:t>CVR COLLEGE OF ENGINEERING</a:t>
            </a:r>
            <a:endParaRPr lang="en-IN" sz="40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latin typeface="CG Omeg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1720" y="2132855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INSIGHTS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8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9512" y="314214"/>
            <a:ext cx="971600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381361" y="1050603"/>
            <a:ext cx="6840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ea typeface="Times New Roman"/>
                <a:cs typeface="Times New Roman"/>
                <a:sym typeface="Times New Roman"/>
              </a:rPr>
              <a:t>Department of Emerging Technologies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F3994-0498-CA94-C98A-82135DA59A2A}"/>
              </a:ext>
            </a:extLst>
          </p:cNvPr>
          <p:cNvSpPr txBox="1"/>
          <p:nvPr/>
        </p:nvSpPr>
        <p:spPr>
          <a:xfrm>
            <a:off x="6156176" y="4078814"/>
            <a:ext cx="462098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800" b="1" dirty="0"/>
              <a:t>Guide Name:</a:t>
            </a:r>
            <a:endParaRPr lang="en-US" sz="2800" b="1" dirty="0"/>
          </a:p>
          <a:p>
            <a:r>
              <a:rPr lang="en-US" sz="2000" dirty="0" err="1"/>
              <a:t>Dr.Srinivas</a:t>
            </a:r>
            <a:r>
              <a:rPr lang="en-US" sz="2000" dirty="0"/>
              <a:t> </a:t>
            </a:r>
            <a:r>
              <a:rPr lang="en-US" sz="2000" dirty="0" err="1"/>
              <a:t>Mekala</a:t>
            </a:r>
            <a:endParaRPr lang="en-US" sz="2000" dirty="0"/>
          </a:p>
          <a:p>
            <a:r>
              <a:rPr lang="en-US" sz="2000" dirty="0"/>
              <a:t>Associate Professor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5527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8965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__Inter_aaf875"/>
                <a:ea typeface="Times New Roman" panose="02020603050405020304" pitchFamily="18" charset="0"/>
              </a:rPr>
              <a:t>Faculty page of a college website typically provides a brief summary of a professor's research, academic background, or professional achievements.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__Inter_aaf875"/>
                <a:ea typeface="Times New Roman" panose="02020603050405020304" pitchFamily="18" charset="0"/>
              </a:rPr>
              <a:t>This section is intended to give visitors a quick overview of the professor's expertise and contributions to their field.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__Inter_aaf875"/>
                <a:ea typeface="Times New Roman" panose="02020603050405020304" pitchFamily="18" charset="0"/>
              </a:rPr>
              <a:t>This online resource provides a thorough bio of our distinguished faculty members, highlighting their varied experiences, academic accomplishments, and contributions to teaching, research, and service.</a:t>
            </a:r>
            <a:endParaRPr lang="en-IN" dirty="0">
              <a:effectLst/>
              <a:latin typeface="__Inter_aaf875"/>
              <a:ea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Abstract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65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D23C8A-5AAC-9527-47BD-A416E7AFF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680520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The Faculty Web Page provides access to the knowledge and skill of our institution's academic staff.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Visitors can learn a great deal about the special skills and interests of each faculty member by perusing their extensive biographies, publications, research interests, and contact details.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The Faculty Web Page is an essential tool for our academic community, whether they are looking to collaborate, find mentors, or learn about innovative research projects.</a:t>
            </a:r>
            <a:endParaRPr lang="en-IN" dirty="0">
              <a:latin typeface="__Inter_aaf875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79303F-ABF8-CE83-0B94-6F8460D09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/>
          <a:lstStyle/>
          <a:p>
            <a:r>
              <a:rPr lang="en-IN" dirty="0"/>
              <a:t>Abstract </a:t>
            </a:r>
            <a:r>
              <a:rPr lang="en-IN" dirty="0" err="1"/>
              <a:t>Cont</a:t>
            </a:r>
            <a:r>
              <a:rPr lang="en-IN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776324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89940" indent="-457200">
              <a:lnSpc>
                <a:spcPct val="15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__Inter_aaf875"/>
              </a:rPr>
              <a:t>It provides Individual Faculty Profiles.</a:t>
            </a:r>
          </a:p>
          <a:p>
            <a:pPr marL="789940" indent="-457200">
              <a:lnSpc>
                <a:spcPct val="15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__Inter_aaf875"/>
              </a:rPr>
              <a:t>Information about the research interests and publications of each faculty member. </a:t>
            </a:r>
          </a:p>
          <a:p>
            <a:pPr marL="789940" indent="-457200">
              <a:lnSpc>
                <a:spcPct val="15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__Inter_aaf875"/>
              </a:rPr>
              <a:t>It Strengthens Institutional identity.</a:t>
            </a:r>
          </a:p>
          <a:p>
            <a:pPr marL="789940" indent="-457200">
              <a:lnSpc>
                <a:spcPct val="15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__Inter_aaf875"/>
              </a:rPr>
              <a:t>It ensures easy navigation and user-friendly interface.</a:t>
            </a:r>
            <a:endParaRPr lang="en-IN" dirty="0">
              <a:solidFill>
                <a:srgbClr val="0D0D0D"/>
              </a:solidFill>
              <a:latin typeface="__Inter_aaf875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Features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7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C53A20-C5CC-41C6-3234-5EC6AB25A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8357"/>
            <a:ext cx="8229600" cy="764704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Existing System and it’s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491A1-DC62-4B5E-97A9-0E1AA0F92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When we click on the faculty information for a certain department in the existing application, we can only see the names of the professors.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Apart from the faculty names, it does not provide the corresponding information on professors.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Visitors are unable to gain a thorough understanding of the faculty because it does not disclose information on them.</a:t>
            </a:r>
            <a:endParaRPr lang="en-IN" dirty="0">
              <a:latin typeface="__Inter_aaf875"/>
            </a:endParaRPr>
          </a:p>
        </p:txBody>
      </p:sp>
    </p:spTree>
    <p:extLst>
      <p:ext uri="{BB962C8B-B14F-4D97-AF65-F5344CB8AC3E}">
        <p14:creationId xmlns:p14="http://schemas.microsoft.com/office/powerpoint/2010/main" val="225402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17BA0C-B89D-34A0-63BD-2CAF3E99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396389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The entire information about the faculty is displayed in a collective fashion, which aids in selecting a faculty as a guide.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This application contributes to raising faculty standards.</a:t>
            </a:r>
            <a:endParaRPr lang="en-IN" dirty="0">
              <a:latin typeface="__Inter_aaf875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__Inter_aaf875"/>
              </a:rPr>
              <a:t>Additionally, we can offer a search bar to facilitate quick access to specific faculty information.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DFB474-67DB-821F-AD72-6FB14CD2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300055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3603856"/>
          </a:xfrm>
        </p:spPr>
        <p:txBody>
          <a:bodyPr/>
          <a:lstStyle/>
          <a:p>
            <a:r>
              <a:rPr lang="en-US" b="1" dirty="0">
                <a:latin typeface="Calibri" pitchFamily="34" charset="0"/>
                <a:cs typeface="Calibri" pitchFamily="34" charset="0"/>
              </a:rPr>
              <a:t>Languages 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HTML ,CSS ,JavaScript ,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r>
              <a:rPr lang="en-US" b="1" dirty="0" err="1">
                <a:latin typeface="Calibri" pitchFamily="34" charset="0"/>
                <a:cs typeface="Calibri" pitchFamily="34" charset="0"/>
              </a:rPr>
              <a:t>Database: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MySQL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109728" indent="0"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r>
              <a:rPr lang="en-US" b="1" dirty="0">
                <a:latin typeface="Calibri" pitchFamily="34" charset="0"/>
                <a:cs typeface="Calibri" pitchFamily="34" charset="0"/>
              </a:rPr>
              <a:t>Tools/</a:t>
            </a:r>
            <a:r>
              <a:rPr lang="en-US" b="1" dirty="0" err="1">
                <a:latin typeface="Calibri" pitchFamily="34" charset="0"/>
                <a:cs typeface="Calibri" pitchFamily="34" charset="0"/>
              </a:rPr>
              <a:t>IDEs: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VS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Code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96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4525963"/>
          </a:xfrm>
        </p:spPr>
        <p:txBody>
          <a:bodyPr/>
          <a:lstStyle/>
          <a:p>
            <a:r>
              <a:rPr lang="en-US" b="1" dirty="0"/>
              <a:t>RAM:</a:t>
            </a:r>
            <a:r>
              <a:rPr lang="en-US" dirty="0"/>
              <a:t>8 GB or more</a:t>
            </a:r>
          </a:p>
          <a:p>
            <a:r>
              <a:rPr lang="en-US" b="1" dirty="0"/>
              <a:t>Disk Space:</a:t>
            </a:r>
            <a:r>
              <a:rPr lang="en-US" dirty="0"/>
              <a:t>64 GB SSD </a:t>
            </a:r>
          </a:p>
          <a:p>
            <a:r>
              <a:rPr lang="en-US" b="1" dirty="0"/>
              <a:t>Operating System: </a:t>
            </a:r>
            <a:r>
              <a:rPr lang="en-US" dirty="0"/>
              <a:t>Windows10</a:t>
            </a:r>
          </a:p>
          <a:p>
            <a:r>
              <a:rPr lang="en-US" b="1" dirty="0" err="1"/>
              <a:t>Processor: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Core i5/i7.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Hardware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587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4A37-94D3-C5BF-FCEE-F5905FC86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918648" cy="18297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dirty="0">
                <a:latin typeface="Algerian" panose="04020705040A02060702" pitchFamily="82" charset="0"/>
              </a:rPr>
              <a:t>THANK YOU</a:t>
            </a:r>
            <a:br>
              <a:rPr lang="en-IN" sz="4800" dirty="0">
                <a:latin typeface="Algerian" panose="04020705040A02060702" pitchFamily="82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822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313</TotalTime>
  <Words>388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__Inter_aaf875</vt:lpstr>
      <vt:lpstr>Algerian</vt:lpstr>
      <vt:lpstr>Arial</vt:lpstr>
      <vt:lpstr>Calibri</vt:lpstr>
      <vt:lpstr>CG Omega</vt:lpstr>
      <vt:lpstr>Lucida Sans Unicode</vt:lpstr>
      <vt:lpstr>Times New Roman</vt:lpstr>
      <vt:lpstr>Verdana</vt:lpstr>
      <vt:lpstr>Wingdings 2</vt:lpstr>
      <vt:lpstr>Wingdings 3</vt:lpstr>
      <vt:lpstr>Concourse</vt:lpstr>
      <vt:lpstr>CVR COLLEGE OF ENGINEERING</vt:lpstr>
      <vt:lpstr>Abstract</vt:lpstr>
      <vt:lpstr>Abstract Cont….</vt:lpstr>
      <vt:lpstr>Key Features</vt:lpstr>
      <vt:lpstr>Existing System and it’s issues</vt:lpstr>
      <vt:lpstr>Proposed System</vt:lpstr>
      <vt:lpstr>Software Requirements</vt:lpstr>
      <vt:lpstr>Hardware Requirements</vt:lpstr>
      <vt:lpstr>THANK YOU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ismail - [2010]</dc:creator>
  <cp:lastModifiedBy>Sri Harshitha</cp:lastModifiedBy>
  <cp:revision>8</cp:revision>
  <dcterms:created xsi:type="dcterms:W3CDTF">2024-02-20T06:12:10Z</dcterms:created>
  <dcterms:modified xsi:type="dcterms:W3CDTF">2024-03-29T18:22:49Z</dcterms:modified>
</cp:coreProperties>
</file>