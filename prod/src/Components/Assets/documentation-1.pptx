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68" r:id="rId2"/>
    <p:sldId id="256" r:id="rId3"/>
    <p:sldId id="266" r:id="rId4"/>
    <p:sldId id="257" r:id="rId5"/>
    <p:sldId id="259" r:id="rId6"/>
    <p:sldId id="272" r:id="rId7"/>
    <p:sldId id="273" r:id="rId8"/>
    <p:sldId id="269" r:id="rId9"/>
    <p:sldId id="262" r:id="rId10"/>
    <p:sldId id="274" r:id="rId11"/>
    <p:sldId id="275" r:id="rId12"/>
    <p:sldId id="260" r:id="rId13"/>
    <p:sldId id="276" r:id="rId14"/>
    <p:sldId id="277" r:id="rId15"/>
    <p:sldId id="258" r:id="rId16"/>
    <p:sldId id="270" r:id="rId17"/>
    <p:sldId id="271" r:id="rId18"/>
    <p:sldId id="261" r:id="rId19"/>
    <p:sldId id="267" r:id="rId20"/>
    <p:sldId id="278" r:id="rId21"/>
    <p:sldId id="265" r:id="rId22"/>
    <p:sldId id="279" r:id="rId23"/>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5BCE54-7A58-4237-A4E6-6871F19595F2}" v="54" dt="2024-05-31T18:48:00.2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47"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wmyareddy1911@gmail.com" userId="00f31b6bbb88ed74" providerId="LiveId" clId="{995BCE54-7A58-4237-A4E6-6871F19595F2}"/>
    <pc:docChg chg="undo custSel addSld delSld modSld sldOrd">
      <pc:chgData name="sowmyareddy1911@gmail.com" userId="00f31b6bbb88ed74" providerId="LiveId" clId="{995BCE54-7A58-4237-A4E6-6871F19595F2}" dt="2024-05-31T18:54:15.670" v="808" actId="123"/>
      <pc:docMkLst>
        <pc:docMk/>
      </pc:docMkLst>
      <pc:sldChg chg="delSp modSp mod">
        <pc:chgData name="sowmyareddy1911@gmail.com" userId="00f31b6bbb88ed74" providerId="LiveId" clId="{995BCE54-7A58-4237-A4E6-6871F19595F2}" dt="2024-05-31T18:54:04.855" v="807" actId="123"/>
        <pc:sldMkLst>
          <pc:docMk/>
          <pc:sldMk cId="0" sldId="256"/>
        </pc:sldMkLst>
        <pc:spChg chg="mod">
          <ac:chgData name="sowmyareddy1911@gmail.com" userId="00f31b6bbb88ed74" providerId="LiveId" clId="{995BCE54-7A58-4237-A4E6-6871F19595F2}" dt="2024-05-31T15:39:12.659" v="127" actId="2711"/>
          <ac:spMkLst>
            <pc:docMk/>
            <pc:sldMk cId="0" sldId="256"/>
            <ac:spMk id="5" creationId="{00000000-0000-0000-0000-000000000000}"/>
          </ac:spMkLst>
        </pc:spChg>
        <pc:spChg chg="mod">
          <ac:chgData name="sowmyareddy1911@gmail.com" userId="00f31b6bbb88ed74" providerId="LiveId" clId="{995BCE54-7A58-4237-A4E6-6871F19595F2}" dt="2024-05-31T18:54:04.855" v="807" actId="123"/>
          <ac:spMkLst>
            <pc:docMk/>
            <pc:sldMk cId="0" sldId="256"/>
            <ac:spMk id="6" creationId="{00000000-0000-0000-0000-000000000000}"/>
          </ac:spMkLst>
        </pc:spChg>
        <pc:spChg chg="del">
          <ac:chgData name="sowmyareddy1911@gmail.com" userId="00f31b6bbb88ed74" providerId="LiveId" clId="{995BCE54-7A58-4237-A4E6-6871F19595F2}" dt="2024-05-31T15:00:12.991" v="8" actId="478"/>
          <ac:spMkLst>
            <pc:docMk/>
            <pc:sldMk cId="0" sldId="256"/>
            <ac:spMk id="7" creationId="{00000000-0000-0000-0000-000000000000}"/>
          </ac:spMkLst>
        </pc:spChg>
        <pc:spChg chg="del mod">
          <ac:chgData name="sowmyareddy1911@gmail.com" userId="00f31b6bbb88ed74" providerId="LiveId" clId="{995BCE54-7A58-4237-A4E6-6871F19595F2}" dt="2024-05-31T15:00:17.724" v="11" actId="478"/>
          <ac:spMkLst>
            <pc:docMk/>
            <pc:sldMk cId="0" sldId="256"/>
            <ac:spMk id="9" creationId="{00000000-0000-0000-0000-000000000000}"/>
          </ac:spMkLst>
        </pc:spChg>
        <pc:picChg chg="del">
          <ac:chgData name="sowmyareddy1911@gmail.com" userId="00f31b6bbb88ed74" providerId="LiveId" clId="{995BCE54-7A58-4237-A4E6-6871F19595F2}" dt="2024-05-31T14:56:34.486" v="4" actId="478"/>
          <ac:picMkLst>
            <pc:docMk/>
            <pc:sldMk cId="0" sldId="256"/>
            <ac:picMk id="10" creationId="{00000000-0000-0000-0000-000000000000}"/>
          </ac:picMkLst>
        </pc:picChg>
      </pc:sldChg>
      <pc:sldChg chg="delSp modSp mod ord">
        <pc:chgData name="sowmyareddy1911@gmail.com" userId="00f31b6bbb88ed74" providerId="LiveId" clId="{995BCE54-7A58-4237-A4E6-6871F19595F2}" dt="2024-05-31T18:26:24.182" v="611" actId="123"/>
        <pc:sldMkLst>
          <pc:docMk/>
          <pc:sldMk cId="0" sldId="257"/>
        </pc:sldMkLst>
        <pc:spChg chg="mod">
          <ac:chgData name="sowmyareddy1911@gmail.com" userId="00f31b6bbb88ed74" providerId="LiveId" clId="{995BCE54-7A58-4237-A4E6-6871F19595F2}" dt="2024-05-31T16:01:06.109" v="168" actId="14100"/>
          <ac:spMkLst>
            <pc:docMk/>
            <pc:sldMk cId="0" sldId="257"/>
            <ac:spMk id="4" creationId="{00000000-0000-0000-0000-000000000000}"/>
          </ac:spMkLst>
        </pc:spChg>
        <pc:spChg chg="mod">
          <ac:chgData name="sowmyareddy1911@gmail.com" userId="00f31b6bbb88ed74" providerId="LiveId" clId="{995BCE54-7A58-4237-A4E6-6871F19595F2}" dt="2024-05-31T18:26:17.118" v="610" actId="123"/>
          <ac:spMkLst>
            <pc:docMk/>
            <pc:sldMk cId="0" sldId="257"/>
            <ac:spMk id="5" creationId="{00000000-0000-0000-0000-000000000000}"/>
          </ac:spMkLst>
        </pc:spChg>
        <pc:spChg chg="mod">
          <ac:chgData name="sowmyareddy1911@gmail.com" userId="00f31b6bbb88ed74" providerId="LiveId" clId="{995BCE54-7A58-4237-A4E6-6871F19595F2}" dt="2024-05-31T18:26:24.182" v="611" actId="123"/>
          <ac:spMkLst>
            <pc:docMk/>
            <pc:sldMk cId="0" sldId="257"/>
            <ac:spMk id="6" creationId="{00000000-0000-0000-0000-000000000000}"/>
          </ac:spMkLst>
        </pc:spChg>
        <pc:picChg chg="del">
          <ac:chgData name="sowmyareddy1911@gmail.com" userId="00f31b6bbb88ed74" providerId="LiveId" clId="{995BCE54-7A58-4237-A4E6-6871F19595F2}" dt="2024-05-31T15:56:04.900" v="147" actId="478"/>
          <ac:picMkLst>
            <pc:docMk/>
            <pc:sldMk cId="0" sldId="257"/>
            <ac:picMk id="7" creationId="{00000000-0000-0000-0000-000000000000}"/>
          </ac:picMkLst>
        </pc:picChg>
      </pc:sldChg>
      <pc:sldChg chg="addSp delSp modSp mod">
        <pc:chgData name="sowmyareddy1911@gmail.com" userId="00f31b6bbb88ed74" providerId="LiveId" clId="{995BCE54-7A58-4237-A4E6-6871F19595F2}" dt="2024-05-31T16:37:23.942" v="180" actId="2711"/>
        <pc:sldMkLst>
          <pc:docMk/>
          <pc:sldMk cId="0" sldId="258"/>
        </pc:sldMkLst>
        <pc:spChg chg="mod">
          <ac:chgData name="sowmyareddy1911@gmail.com" userId="00f31b6bbb88ed74" providerId="LiveId" clId="{995BCE54-7A58-4237-A4E6-6871F19595F2}" dt="2024-05-31T16:37:03.423" v="178" actId="2711"/>
          <ac:spMkLst>
            <pc:docMk/>
            <pc:sldMk cId="0" sldId="258"/>
            <ac:spMk id="7" creationId="{00000000-0000-0000-0000-000000000000}"/>
          </ac:spMkLst>
        </pc:spChg>
        <pc:spChg chg="mod">
          <ac:chgData name="sowmyareddy1911@gmail.com" userId="00f31b6bbb88ed74" providerId="LiveId" clId="{995BCE54-7A58-4237-A4E6-6871F19595F2}" dt="2024-05-31T16:37:12.812" v="179" actId="2711"/>
          <ac:spMkLst>
            <pc:docMk/>
            <pc:sldMk cId="0" sldId="258"/>
            <ac:spMk id="10" creationId="{00000000-0000-0000-0000-000000000000}"/>
          </ac:spMkLst>
        </pc:spChg>
        <pc:spChg chg="mod">
          <ac:chgData name="sowmyareddy1911@gmail.com" userId="00f31b6bbb88ed74" providerId="LiveId" clId="{995BCE54-7A58-4237-A4E6-6871F19595F2}" dt="2024-05-31T16:37:23.942" v="180" actId="2711"/>
          <ac:spMkLst>
            <pc:docMk/>
            <pc:sldMk cId="0" sldId="258"/>
            <ac:spMk id="13" creationId="{00000000-0000-0000-0000-000000000000}"/>
          </ac:spMkLst>
        </pc:spChg>
        <pc:picChg chg="mod">
          <ac:chgData name="sowmyareddy1911@gmail.com" userId="00f31b6bbb88ed74" providerId="LiveId" clId="{995BCE54-7A58-4237-A4E6-6871F19595F2}" dt="2024-05-31T16:02:22.153" v="169" actId="14826"/>
          <ac:picMkLst>
            <pc:docMk/>
            <pc:sldMk cId="0" sldId="258"/>
            <ac:picMk id="5" creationId="{00000000-0000-0000-0000-000000000000}"/>
          </ac:picMkLst>
        </pc:picChg>
        <pc:picChg chg="mod">
          <ac:chgData name="sowmyareddy1911@gmail.com" userId="00f31b6bbb88ed74" providerId="LiveId" clId="{995BCE54-7A58-4237-A4E6-6871F19595F2}" dt="2024-05-31T16:31:15.378" v="171" actId="14826"/>
          <ac:picMkLst>
            <pc:docMk/>
            <pc:sldMk cId="0" sldId="258"/>
            <ac:picMk id="8" creationId="{00000000-0000-0000-0000-000000000000}"/>
          </ac:picMkLst>
        </pc:picChg>
        <pc:picChg chg="add del mod">
          <ac:chgData name="sowmyareddy1911@gmail.com" userId="00f31b6bbb88ed74" providerId="LiveId" clId="{995BCE54-7A58-4237-A4E6-6871F19595F2}" dt="2024-05-31T16:36:32.828" v="177" actId="14826"/>
          <ac:picMkLst>
            <pc:docMk/>
            <pc:sldMk cId="0" sldId="258"/>
            <ac:picMk id="11" creationId="{00000000-0000-0000-0000-000000000000}"/>
          </ac:picMkLst>
        </pc:picChg>
        <pc:picChg chg="del">
          <ac:chgData name="sowmyareddy1911@gmail.com" userId="00f31b6bbb88ed74" providerId="LiveId" clId="{995BCE54-7A58-4237-A4E6-6871F19595F2}" dt="2024-05-31T16:02:41.096" v="170" actId="478"/>
          <ac:picMkLst>
            <pc:docMk/>
            <pc:sldMk cId="0" sldId="258"/>
            <ac:picMk id="14" creationId="{00000000-0000-0000-0000-000000000000}"/>
          </ac:picMkLst>
        </pc:picChg>
      </pc:sldChg>
      <pc:sldChg chg="addSp delSp modSp mod ord">
        <pc:chgData name="sowmyareddy1911@gmail.com" userId="00f31b6bbb88ed74" providerId="LiveId" clId="{995BCE54-7A58-4237-A4E6-6871F19595F2}" dt="2024-05-31T17:13:59.264" v="306" actId="14100"/>
        <pc:sldMkLst>
          <pc:docMk/>
          <pc:sldMk cId="0" sldId="259"/>
        </pc:sldMkLst>
        <pc:spChg chg="mod">
          <ac:chgData name="sowmyareddy1911@gmail.com" userId="00f31b6bbb88ed74" providerId="LiveId" clId="{995BCE54-7A58-4237-A4E6-6871F19595F2}" dt="2024-05-31T17:12:08.376" v="289" actId="1076"/>
          <ac:spMkLst>
            <pc:docMk/>
            <pc:sldMk cId="0" sldId="259"/>
            <ac:spMk id="3" creationId="{00000000-0000-0000-0000-000000000000}"/>
          </ac:spMkLst>
        </pc:spChg>
        <pc:spChg chg="mod">
          <ac:chgData name="sowmyareddy1911@gmail.com" userId="00f31b6bbb88ed74" providerId="LiveId" clId="{995BCE54-7A58-4237-A4E6-6871F19595F2}" dt="2024-05-31T17:12:02.372" v="288" actId="1076"/>
          <ac:spMkLst>
            <pc:docMk/>
            <pc:sldMk cId="0" sldId="259"/>
            <ac:spMk id="5" creationId="{00000000-0000-0000-0000-000000000000}"/>
          </ac:spMkLst>
        </pc:spChg>
        <pc:spChg chg="mod">
          <ac:chgData name="sowmyareddy1911@gmail.com" userId="00f31b6bbb88ed74" providerId="LiveId" clId="{995BCE54-7A58-4237-A4E6-6871F19595F2}" dt="2024-05-31T17:13:46.326" v="303" actId="14100"/>
          <ac:spMkLst>
            <pc:docMk/>
            <pc:sldMk cId="0" sldId="259"/>
            <ac:spMk id="6" creationId="{00000000-0000-0000-0000-000000000000}"/>
          </ac:spMkLst>
        </pc:spChg>
        <pc:spChg chg="del mod">
          <ac:chgData name="sowmyareddy1911@gmail.com" userId="00f31b6bbb88ed74" providerId="LiveId" clId="{995BCE54-7A58-4237-A4E6-6871F19595F2}" dt="2024-05-31T17:13:10.342" v="297" actId="478"/>
          <ac:spMkLst>
            <pc:docMk/>
            <pc:sldMk cId="0" sldId="259"/>
            <ac:spMk id="7" creationId="{00000000-0000-0000-0000-000000000000}"/>
          </ac:spMkLst>
        </pc:spChg>
        <pc:spChg chg="del mod">
          <ac:chgData name="sowmyareddy1911@gmail.com" userId="00f31b6bbb88ed74" providerId="LiveId" clId="{995BCE54-7A58-4237-A4E6-6871F19595F2}" dt="2024-05-31T17:10:14.189" v="284" actId="478"/>
          <ac:spMkLst>
            <pc:docMk/>
            <pc:sldMk cId="0" sldId="259"/>
            <ac:spMk id="8" creationId="{00000000-0000-0000-0000-000000000000}"/>
          </ac:spMkLst>
        </pc:spChg>
        <pc:picChg chg="mod">
          <ac:chgData name="sowmyareddy1911@gmail.com" userId="00f31b6bbb88ed74" providerId="LiveId" clId="{995BCE54-7A58-4237-A4E6-6871F19595F2}" dt="2024-05-31T17:11:56.520" v="287" actId="14100"/>
          <ac:picMkLst>
            <pc:docMk/>
            <pc:sldMk cId="0" sldId="259"/>
            <ac:picMk id="4" creationId="{00000000-0000-0000-0000-000000000000}"/>
          </ac:picMkLst>
        </pc:picChg>
        <pc:picChg chg="del">
          <ac:chgData name="sowmyareddy1911@gmail.com" userId="00f31b6bbb88ed74" providerId="LiveId" clId="{995BCE54-7A58-4237-A4E6-6871F19595F2}" dt="2024-05-31T16:37:41.207" v="181" actId="478"/>
          <ac:picMkLst>
            <pc:docMk/>
            <pc:sldMk cId="0" sldId="259"/>
            <ac:picMk id="9" creationId="{00000000-0000-0000-0000-000000000000}"/>
          </ac:picMkLst>
        </pc:picChg>
        <pc:picChg chg="add mod">
          <ac:chgData name="sowmyareddy1911@gmail.com" userId="00f31b6bbb88ed74" providerId="LiveId" clId="{995BCE54-7A58-4237-A4E6-6871F19595F2}" dt="2024-05-31T17:13:59.264" v="306" actId="14100"/>
          <ac:picMkLst>
            <pc:docMk/>
            <pc:sldMk cId="0" sldId="259"/>
            <ac:picMk id="11" creationId="{CA4FE475-A402-204E-7255-EB26FD16B4F8}"/>
          </ac:picMkLst>
        </pc:picChg>
      </pc:sldChg>
      <pc:sldChg chg="delSp modSp mod ord">
        <pc:chgData name="sowmyareddy1911@gmail.com" userId="00f31b6bbb88ed74" providerId="LiveId" clId="{995BCE54-7A58-4237-A4E6-6871F19595F2}" dt="2024-05-31T18:53:42.984" v="802" actId="15"/>
        <pc:sldMkLst>
          <pc:docMk/>
          <pc:sldMk cId="0" sldId="260"/>
        </pc:sldMkLst>
        <pc:spChg chg="mod">
          <ac:chgData name="sowmyareddy1911@gmail.com" userId="00f31b6bbb88ed74" providerId="LiveId" clId="{995BCE54-7A58-4237-A4E6-6871F19595F2}" dt="2024-05-31T18:51:39.454" v="790" actId="1076"/>
          <ac:spMkLst>
            <pc:docMk/>
            <pc:sldMk cId="0" sldId="260"/>
            <ac:spMk id="3" creationId="{00000000-0000-0000-0000-000000000000}"/>
          </ac:spMkLst>
        </pc:spChg>
        <pc:spChg chg="mod">
          <ac:chgData name="sowmyareddy1911@gmail.com" userId="00f31b6bbb88ed74" providerId="LiveId" clId="{995BCE54-7A58-4237-A4E6-6871F19595F2}" dt="2024-05-31T18:53:42.984" v="802" actId="15"/>
          <ac:spMkLst>
            <pc:docMk/>
            <pc:sldMk cId="0" sldId="260"/>
            <ac:spMk id="5" creationId="{00000000-0000-0000-0000-000000000000}"/>
          </ac:spMkLst>
        </pc:spChg>
        <pc:spChg chg="mod">
          <ac:chgData name="sowmyareddy1911@gmail.com" userId="00f31b6bbb88ed74" providerId="LiveId" clId="{995BCE54-7A58-4237-A4E6-6871F19595F2}" dt="2024-05-31T18:53:23.815" v="799" actId="12"/>
          <ac:spMkLst>
            <pc:docMk/>
            <pc:sldMk cId="0" sldId="260"/>
            <ac:spMk id="6" creationId="{00000000-0000-0000-0000-000000000000}"/>
          </ac:spMkLst>
        </pc:spChg>
        <pc:spChg chg="del mod">
          <ac:chgData name="sowmyareddy1911@gmail.com" userId="00f31b6bbb88ed74" providerId="LiveId" clId="{995BCE54-7A58-4237-A4E6-6871F19595F2}" dt="2024-05-31T18:51:06.885" v="776" actId="478"/>
          <ac:spMkLst>
            <pc:docMk/>
            <pc:sldMk cId="0" sldId="260"/>
            <ac:spMk id="7" creationId="{00000000-0000-0000-0000-000000000000}"/>
          </ac:spMkLst>
        </pc:spChg>
        <pc:picChg chg="del">
          <ac:chgData name="sowmyareddy1911@gmail.com" userId="00f31b6bbb88ed74" providerId="LiveId" clId="{995BCE54-7A58-4237-A4E6-6871F19595F2}" dt="2024-05-31T16:37:46.836" v="182" actId="478"/>
          <ac:picMkLst>
            <pc:docMk/>
            <pc:sldMk cId="0" sldId="260"/>
            <ac:picMk id="8" creationId="{00000000-0000-0000-0000-000000000000}"/>
          </ac:picMkLst>
        </pc:picChg>
      </pc:sldChg>
      <pc:sldChg chg="delSp modSp mod">
        <pc:chgData name="sowmyareddy1911@gmail.com" userId="00f31b6bbb88ed74" providerId="LiveId" clId="{995BCE54-7A58-4237-A4E6-6871F19595F2}" dt="2024-05-31T18:04:31.213" v="521" actId="1076"/>
        <pc:sldMkLst>
          <pc:docMk/>
          <pc:sldMk cId="0" sldId="261"/>
        </pc:sldMkLst>
        <pc:spChg chg="mod">
          <ac:chgData name="sowmyareddy1911@gmail.com" userId="00f31b6bbb88ed74" providerId="LiveId" clId="{995BCE54-7A58-4237-A4E6-6871F19595F2}" dt="2024-05-31T18:03:35.062" v="512" actId="1076"/>
          <ac:spMkLst>
            <pc:docMk/>
            <pc:sldMk cId="0" sldId="261"/>
            <ac:spMk id="3" creationId="{00000000-0000-0000-0000-000000000000}"/>
          </ac:spMkLst>
        </pc:spChg>
        <pc:spChg chg="mod">
          <ac:chgData name="sowmyareddy1911@gmail.com" userId="00f31b6bbb88ed74" providerId="LiveId" clId="{995BCE54-7A58-4237-A4E6-6871F19595F2}" dt="2024-05-31T18:04:12.176" v="519" actId="255"/>
          <ac:spMkLst>
            <pc:docMk/>
            <pc:sldMk cId="0" sldId="261"/>
            <ac:spMk id="5" creationId="{00000000-0000-0000-0000-000000000000}"/>
          </ac:spMkLst>
        </pc:spChg>
        <pc:spChg chg="mod">
          <ac:chgData name="sowmyareddy1911@gmail.com" userId="00f31b6bbb88ed74" providerId="LiveId" clId="{995BCE54-7A58-4237-A4E6-6871F19595F2}" dt="2024-05-31T18:04:19.526" v="520" actId="14100"/>
          <ac:spMkLst>
            <pc:docMk/>
            <pc:sldMk cId="0" sldId="261"/>
            <ac:spMk id="6" creationId="{00000000-0000-0000-0000-000000000000}"/>
          </ac:spMkLst>
        </pc:spChg>
        <pc:spChg chg="del mod">
          <ac:chgData name="sowmyareddy1911@gmail.com" userId="00f31b6bbb88ed74" providerId="LiveId" clId="{995BCE54-7A58-4237-A4E6-6871F19595F2}" dt="2024-05-31T18:01:30.570" v="496" actId="478"/>
          <ac:spMkLst>
            <pc:docMk/>
            <pc:sldMk cId="0" sldId="261"/>
            <ac:spMk id="7" creationId="{00000000-0000-0000-0000-000000000000}"/>
          </ac:spMkLst>
        </pc:spChg>
        <pc:picChg chg="mod">
          <ac:chgData name="sowmyareddy1911@gmail.com" userId="00f31b6bbb88ed74" providerId="LiveId" clId="{995BCE54-7A58-4237-A4E6-6871F19595F2}" dt="2024-05-31T18:04:31.213" v="521" actId="1076"/>
          <ac:picMkLst>
            <pc:docMk/>
            <pc:sldMk cId="0" sldId="261"/>
            <ac:picMk id="4" creationId="{00000000-0000-0000-0000-000000000000}"/>
          </ac:picMkLst>
        </pc:picChg>
        <pc:picChg chg="del">
          <ac:chgData name="sowmyareddy1911@gmail.com" userId="00f31b6bbb88ed74" providerId="LiveId" clId="{995BCE54-7A58-4237-A4E6-6871F19595F2}" dt="2024-05-31T16:37:52.593" v="183" actId="478"/>
          <ac:picMkLst>
            <pc:docMk/>
            <pc:sldMk cId="0" sldId="261"/>
            <ac:picMk id="8" creationId="{00000000-0000-0000-0000-000000000000}"/>
          </ac:picMkLst>
        </pc:picChg>
      </pc:sldChg>
      <pc:sldChg chg="del">
        <pc:chgData name="sowmyareddy1911@gmail.com" userId="00f31b6bbb88ed74" providerId="LiveId" clId="{995BCE54-7A58-4237-A4E6-6871F19595F2}" dt="2024-05-31T14:55:48.518" v="2" actId="2696"/>
        <pc:sldMkLst>
          <pc:docMk/>
          <pc:sldMk cId="0" sldId="262"/>
        </pc:sldMkLst>
      </pc:sldChg>
      <pc:sldChg chg="addSp modSp add mod ord">
        <pc:chgData name="sowmyareddy1911@gmail.com" userId="00f31b6bbb88ed74" providerId="LiveId" clId="{995BCE54-7A58-4237-A4E6-6871F19595F2}" dt="2024-05-31T15:34:34.051" v="125" actId="14100"/>
        <pc:sldMkLst>
          <pc:docMk/>
          <pc:sldMk cId="4095255273" sldId="262"/>
        </pc:sldMkLst>
        <pc:spChg chg="mod">
          <ac:chgData name="sowmyareddy1911@gmail.com" userId="00f31b6bbb88ed74" providerId="LiveId" clId="{995BCE54-7A58-4237-A4E6-6871F19595F2}" dt="2024-05-31T15:34:34.051" v="125" actId="14100"/>
          <ac:spMkLst>
            <pc:docMk/>
            <pc:sldMk cId="4095255273" sldId="262"/>
            <ac:spMk id="2" creationId="{00000000-0000-0000-0000-000000000000}"/>
          </ac:spMkLst>
        </pc:spChg>
        <pc:spChg chg="mod">
          <ac:chgData name="sowmyareddy1911@gmail.com" userId="00f31b6bbb88ed74" providerId="LiveId" clId="{995BCE54-7A58-4237-A4E6-6871F19595F2}" dt="2024-05-31T15:33:05.802" v="114" actId="20577"/>
          <ac:spMkLst>
            <pc:docMk/>
            <pc:sldMk cId="4095255273" sldId="262"/>
            <ac:spMk id="3" creationId="{00000000-0000-0000-0000-000000000000}"/>
          </ac:spMkLst>
        </pc:spChg>
        <pc:spChg chg="add mod">
          <ac:chgData name="sowmyareddy1911@gmail.com" userId="00f31b6bbb88ed74" providerId="LiveId" clId="{995BCE54-7A58-4237-A4E6-6871F19595F2}" dt="2024-05-31T15:34:27.098" v="123" actId="1076"/>
          <ac:spMkLst>
            <pc:docMk/>
            <pc:sldMk cId="4095255273" sldId="262"/>
            <ac:spMk id="4" creationId="{BDC409BC-7ED3-DF6B-12BD-33E59DCD3110}"/>
          </ac:spMkLst>
        </pc:spChg>
      </pc:sldChg>
      <pc:sldChg chg="del">
        <pc:chgData name="sowmyareddy1911@gmail.com" userId="00f31b6bbb88ed74" providerId="LiveId" clId="{995BCE54-7A58-4237-A4E6-6871F19595F2}" dt="2024-05-31T14:55:55.419" v="3" actId="2696"/>
        <pc:sldMkLst>
          <pc:docMk/>
          <pc:sldMk cId="0" sldId="263"/>
        </pc:sldMkLst>
      </pc:sldChg>
      <pc:sldChg chg="delSp del mod">
        <pc:chgData name="sowmyareddy1911@gmail.com" userId="00f31b6bbb88ed74" providerId="LiveId" clId="{995BCE54-7A58-4237-A4E6-6871F19595F2}" dt="2024-05-31T17:08:14.547" v="279" actId="2696"/>
        <pc:sldMkLst>
          <pc:docMk/>
          <pc:sldMk cId="0" sldId="264"/>
        </pc:sldMkLst>
        <pc:picChg chg="del">
          <ac:chgData name="sowmyareddy1911@gmail.com" userId="00f31b6bbb88ed74" providerId="LiveId" clId="{995BCE54-7A58-4237-A4E6-6871F19595F2}" dt="2024-05-31T16:37:57.332" v="184" actId="478"/>
          <ac:picMkLst>
            <pc:docMk/>
            <pc:sldMk cId="0" sldId="264"/>
            <ac:picMk id="8" creationId="{00000000-0000-0000-0000-000000000000}"/>
          </ac:picMkLst>
        </pc:picChg>
      </pc:sldChg>
      <pc:sldChg chg="addSp delSp modSp mod">
        <pc:chgData name="sowmyareddy1911@gmail.com" userId="00f31b6bbb88ed74" providerId="LiveId" clId="{995BCE54-7A58-4237-A4E6-6871F19595F2}" dt="2024-05-31T18:47:19.191" v="757" actId="14100"/>
        <pc:sldMkLst>
          <pc:docMk/>
          <pc:sldMk cId="0" sldId="265"/>
        </pc:sldMkLst>
        <pc:spChg chg="mod">
          <ac:chgData name="sowmyareddy1911@gmail.com" userId="00f31b6bbb88ed74" providerId="LiveId" clId="{995BCE54-7A58-4237-A4E6-6871F19595F2}" dt="2024-05-31T18:46:50.476" v="752" actId="1076"/>
          <ac:spMkLst>
            <pc:docMk/>
            <pc:sldMk cId="0" sldId="265"/>
            <ac:spMk id="3" creationId="{00000000-0000-0000-0000-000000000000}"/>
          </ac:spMkLst>
        </pc:spChg>
        <pc:spChg chg="mod">
          <ac:chgData name="sowmyareddy1911@gmail.com" userId="00f31b6bbb88ed74" providerId="LiveId" clId="{995BCE54-7A58-4237-A4E6-6871F19595F2}" dt="2024-05-31T18:47:01.684" v="753" actId="1076"/>
          <ac:spMkLst>
            <pc:docMk/>
            <pc:sldMk cId="0" sldId="265"/>
            <ac:spMk id="4" creationId="{00000000-0000-0000-0000-000000000000}"/>
          </ac:spMkLst>
        </pc:spChg>
        <pc:spChg chg="mod">
          <ac:chgData name="sowmyareddy1911@gmail.com" userId="00f31b6bbb88ed74" providerId="LiveId" clId="{995BCE54-7A58-4237-A4E6-6871F19595F2}" dt="2024-05-31T18:47:08.902" v="755" actId="14100"/>
          <ac:spMkLst>
            <pc:docMk/>
            <pc:sldMk cId="0" sldId="265"/>
            <ac:spMk id="5" creationId="{00000000-0000-0000-0000-000000000000}"/>
          </ac:spMkLst>
        </pc:spChg>
        <pc:spChg chg="mod">
          <ac:chgData name="sowmyareddy1911@gmail.com" userId="00f31b6bbb88ed74" providerId="LiveId" clId="{995BCE54-7A58-4237-A4E6-6871F19595F2}" dt="2024-05-31T18:47:19.191" v="757" actId="14100"/>
          <ac:spMkLst>
            <pc:docMk/>
            <pc:sldMk cId="0" sldId="265"/>
            <ac:spMk id="6" creationId="{00000000-0000-0000-0000-000000000000}"/>
          </ac:spMkLst>
        </pc:spChg>
        <pc:spChg chg="del mod">
          <ac:chgData name="sowmyareddy1911@gmail.com" userId="00f31b6bbb88ed74" providerId="LiveId" clId="{995BCE54-7A58-4237-A4E6-6871F19595F2}" dt="2024-05-31T18:38:59.208" v="654" actId="478"/>
          <ac:spMkLst>
            <pc:docMk/>
            <pc:sldMk cId="0" sldId="265"/>
            <ac:spMk id="7" creationId="{00000000-0000-0000-0000-000000000000}"/>
          </ac:spMkLst>
        </pc:spChg>
        <pc:spChg chg="add mod">
          <ac:chgData name="sowmyareddy1911@gmail.com" userId="00f31b6bbb88ed74" providerId="LiveId" clId="{995BCE54-7A58-4237-A4E6-6871F19595F2}" dt="2024-05-31T18:45:45.043" v="741" actId="20577"/>
          <ac:spMkLst>
            <pc:docMk/>
            <pc:sldMk cId="0" sldId="265"/>
            <ac:spMk id="9" creationId="{8B6FC1FF-3AAB-E446-96EC-E519B9ABEA85}"/>
          </ac:spMkLst>
        </pc:spChg>
        <pc:spChg chg="add mod">
          <ac:chgData name="sowmyareddy1911@gmail.com" userId="00f31b6bbb88ed74" providerId="LiveId" clId="{995BCE54-7A58-4237-A4E6-6871F19595F2}" dt="2024-05-31T18:46:30.157" v="751" actId="20577"/>
          <ac:spMkLst>
            <pc:docMk/>
            <pc:sldMk cId="0" sldId="265"/>
            <ac:spMk id="10" creationId="{B62C2A8F-C8F8-9044-FC6D-23002D368AAC}"/>
          </ac:spMkLst>
        </pc:spChg>
        <pc:picChg chg="del">
          <ac:chgData name="sowmyareddy1911@gmail.com" userId="00f31b6bbb88ed74" providerId="LiveId" clId="{995BCE54-7A58-4237-A4E6-6871F19595F2}" dt="2024-05-31T16:38:02.120" v="185" actId="478"/>
          <ac:picMkLst>
            <pc:docMk/>
            <pc:sldMk cId="0" sldId="265"/>
            <ac:picMk id="8" creationId="{00000000-0000-0000-0000-000000000000}"/>
          </ac:picMkLst>
        </pc:picChg>
      </pc:sldChg>
      <pc:sldChg chg="addSp modSp new mod ord">
        <pc:chgData name="sowmyareddy1911@gmail.com" userId="00f31b6bbb88ed74" providerId="LiveId" clId="{995BCE54-7A58-4237-A4E6-6871F19595F2}" dt="2024-05-31T18:53:59.598" v="806"/>
        <pc:sldMkLst>
          <pc:docMk/>
          <pc:sldMk cId="3343453720" sldId="266"/>
        </pc:sldMkLst>
        <pc:spChg chg="add mod">
          <ac:chgData name="sowmyareddy1911@gmail.com" userId="00f31b6bbb88ed74" providerId="LiveId" clId="{995BCE54-7A58-4237-A4E6-6871F19595F2}" dt="2024-05-31T15:55:52.241" v="146" actId="1076"/>
          <ac:spMkLst>
            <pc:docMk/>
            <pc:sldMk cId="3343453720" sldId="266"/>
            <ac:spMk id="3" creationId="{2236F6E3-9022-FE6A-8E9D-29EBC038F725}"/>
          </ac:spMkLst>
        </pc:spChg>
        <pc:spChg chg="add mod">
          <ac:chgData name="sowmyareddy1911@gmail.com" userId="00f31b6bbb88ed74" providerId="LiveId" clId="{995BCE54-7A58-4237-A4E6-6871F19595F2}" dt="2024-05-31T15:55:48.930" v="145" actId="1076"/>
          <ac:spMkLst>
            <pc:docMk/>
            <pc:sldMk cId="3343453720" sldId="266"/>
            <ac:spMk id="4" creationId="{EB5CEC2D-5F0F-3EAA-213B-9D601EDBB1BB}"/>
          </ac:spMkLst>
        </pc:spChg>
      </pc:sldChg>
      <pc:sldChg chg="addSp delSp modSp new mod">
        <pc:chgData name="sowmyareddy1911@gmail.com" userId="00f31b6bbb88ed74" providerId="LiveId" clId="{995BCE54-7A58-4237-A4E6-6871F19595F2}" dt="2024-05-31T18:16:04.545" v="589" actId="14100"/>
        <pc:sldMkLst>
          <pc:docMk/>
          <pc:sldMk cId="1435953966" sldId="267"/>
        </pc:sldMkLst>
        <pc:spChg chg="add mod">
          <ac:chgData name="sowmyareddy1911@gmail.com" userId="00f31b6bbb88ed74" providerId="LiveId" clId="{995BCE54-7A58-4237-A4E6-6871F19595F2}" dt="2024-05-31T18:14:39.106" v="580" actId="113"/>
          <ac:spMkLst>
            <pc:docMk/>
            <pc:sldMk cId="1435953966" sldId="267"/>
            <ac:spMk id="8" creationId="{6EAD5C0B-1580-BB43-3CC0-927ACFBE54E2}"/>
          </ac:spMkLst>
        </pc:spChg>
        <pc:picChg chg="add del mod">
          <ac:chgData name="sowmyareddy1911@gmail.com" userId="00f31b6bbb88ed74" providerId="LiveId" clId="{995BCE54-7A58-4237-A4E6-6871F19595F2}" dt="2024-05-31T18:05:34.991" v="525" actId="478"/>
          <ac:picMkLst>
            <pc:docMk/>
            <pc:sldMk cId="1435953966" sldId="267"/>
            <ac:picMk id="3" creationId="{D457037F-E1F8-D644-0700-82567ACC27A4}"/>
          </ac:picMkLst>
        </pc:picChg>
        <pc:picChg chg="add del mod">
          <ac:chgData name="sowmyareddy1911@gmail.com" userId="00f31b6bbb88ed74" providerId="LiveId" clId="{995BCE54-7A58-4237-A4E6-6871F19595F2}" dt="2024-05-31T18:15:28.140" v="584" actId="478"/>
          <ac:picMkLst>
            <pc:docMk/>
            <pc:sldMk cId="1435953966" sldId="267"/>
            <ac:picMk id="5" creationId="{B68AF24A-F077-603A-FC32-7189F877A50F}"/>
          </ac:picMkLst>
        </pc:picChg>
        <pc:picChg chg="add mod">
          <ac:chgData name="sowmyareddy1911@gmail.com" userId="00f31b6bbb88ed74" providerId="LiveId" clId="{995BCE54-7A58-4237-A4E6-6871F19595F2}" dt="2024-05-31T18:15:17.957" v="582" actId="14100"/>
          <ac:picMkLst>
            <pc:docMk/>
            <pc:sldMk cId="1435953966" sldId="267"/>
            <ac:picMk id="7" creationId="{29B4EB07-0FD2-5031-9E21-1D5CEEF955AA}"/>
          </ac:picMkLst>
        </pc:picChg>
        <pc:picChg chg="add mod">
          <ac:chgData name="sowmyareddy1911@gmail.com" userId="00f31b6bbb88ed74" providerId="LiveId" clId="{995BCE54-7A58-4237-A4E6-6871F19595F2}" dt="2024-05-31T18:16:04.545" v="589" actId="14100"/>
          <ac:picMkLst>
            <pc:docMk/>
            <pc:sldMk cId="1435953966" sldId="267"/>
            <ac:picMk id="10" creationId="{4BDA4CD1-5A08-62A6-91D7-66303F1FE179}"/>
          </ac:picMkLst>
        </pc:picChg>
      </pc:sldChg>
      <pc:sldChg chg="add ord">
        <pc:chgData name="sowmyareddy1911@gmail.com" userId="00f31b6bbb88ed74" providerId="LiveId" clId="{995BCE54-7A58-4237-A4E6-6871F19595F2}" dt="2024-05-31T16:38:16.919" v="189"/>
        <pc:sldMkLst>
          <pc:docMk/>
          <pc:sldMk cId="1555276218" sldId="268"/>
        </pc:sldMkLst>
      </pc:sldChg>
      <pc:sldChg chg="addSp modSp new mod ord">
        <pc:chgData name="sowmyareddy1911@gmail.com" userId="00f31b6bbb88ed74" providerId="LiveId" clId="{995BCE54-7A58-4237-A4E6-6871F19595F2}" dt="2024-05-31T18:54:15.670" v="808" actId="123"/>
        <pc:sldMkLst>
          <pc:docMk/>
          <pc:sldMk cId="2579923433" sldId="269"/>
        </pc:sldMkLst>
        <pc:spChg chg="mod">
          <ac:chgData name="sowmyareddy1911@gmail.com" userId="00f31b6bbb88ed74" providerId="LiveId" clId="{995BCE54-7A58-4237-A4E6-6871F19595F2}" dt="2024-05-31T15:28:14.082" v="67" actId="5793"/>
          <ac:spMkLst>
            <pc:docMk/>
            <pc:sldMk cId="2579923433" sldId="269"/>
            <ac:spMk id="2" creationId="{5FEFE36F-03FD-2909-27C6-479E8B4FE5A7}"/>
          </ac:spMkLst>
        </pc:spChg>
        <pc:spChg chg="add mod">
          <ac:chgData name="sowmyareddy1911@gmail.com" userId="00f31b6bbb88ed74" providerId="LiveId" clId="{995BCE54-7A58-4237-A4E6-6871F19595F2}" dt="2024-05-31T18:54:15.670" v="808" actId="123"/>
          <ac:spMkLst>
            <pc:docMk/>
            <pc:sldMk cId="2579923433" sldId="269"/>
            <ac:spMk id="5" creationId="{1FD4B9B2-8029-2A43-8C26-496DB59DF586}"/>
          </ac:spMkLst>
        </pc:spChg>
        <pc:spChg chg="add mod">
          <ac:chgData name="sowmyareddy1911@gmail.com" userId="00f31b6bbb88ed74" providerId="LiveId" clId="{995BCE54-7A58-4237-A4E6-6871F19595F2}" dt="2024-05-31T15:55:13.463" v="144" actId="1076"/>
          <ac:spMkLst>
            <pc:docMk/>
            <pc:sldMk cId="2579923433" sldId="269"/>
            <ac:spMk id="6" creationId="{8404F94F-2E70-95C3-BE51-BB742C226588}"/>
          </ac:spMkLst>
        </pc:spChg>
      </pc:sldChg>
      <pc:sldChg chg="new del">
        <pc:chgData name="sowmyareddy1911@gmail.com" userId="00f31b6bbb88ed74" providerId="LiveId" clId="{995BCE54-7A58-4237-A4E6-6871F19595F2}" dt="2024-05-31T15:01:58.806" v="25" actId="680"/>
        <pc:sldMkLst>
          <pc:docMk/>
          <pc:sldMk cId="2790115582" sldId="269"/>
        </pc:sldMkLst>
      </pc:sldChg>
      <pc:sldChg chg="modSp add del mod">
        <pc:chgData name="sowmyareddy1911@gmail.com" userId="00f31b6bbb88ed74" providerId="LiveId" clId="{995BCE54-7A58-4237-A4E6-6871F19595F2}" dt="2024-05-31T15:26:45.967" v="60"/>
        <pc:sldMkLst>
          <pc:docMk/>
          <pc:sldMk cId="2860734939" sldId="269"/>
        </pc:sldMkLst>
        <pc:spChg chg="mod">
          <ac:chgData name="sowmyareddy1911@gmail.com" userId="00f31b6bbb88ed74" providerId="LiveId" clId="{995BCE54-7A58-4237-A4E6-6871F19595F2}" dt="2024-05-31T15:26:45.967" v="60"/>
          <ac:spMkLst>
            <pc:docMk/>
            <pc:sldMk cId="2860734939" sldId="269"/>
            <ac:spMk id="2" creationId="{00000000-0000-0000-0000-000000000000}"/>
          </ac:spMkLst>
        </pc:spChg>
      </pc:sldChg>
      <pc:sldChg chg="modSp add del mod">
        <pc:chgData name="sowmyareddy1911@gmail.com" userId="00f31b6bbb88ed74" providerId="LiveId" clId="{995BCE54-7A58-4237-A4E6-6871F19595F2}" dt="2024-05-31T15:02:27.685" v="33"/>
        <pc:sldMkLst>
          <pc:docMk/>
          <pc:sldMk cId="3918654392" sldId="269"/>
        </pc:sldMkLst>
        <pc:spChg chg="mod">
          <ac:chgData name="sowmyareddy1911@gmail.com" userId="00f31b6bbb88ed74" providerId="LiveId" clId="{995BCE54-7A58-4237-A4E6-6871F19595F2}" dt="2024-05-31T15:02:27.685" v="33"/>
          <ac:spMkLst>
            <pc:docMk/>
            <pc:sldMk cId="3918654392" sldId="269"/>
            <ac:spMk id="2" creationId="{00000000-0000-0000-0000-000000000000}"/>
          </ac:spMkLst>
        </pc:spChg>
      </pc:sldChg>
      <pc:sldChg chg="addSp delSp modSp new mod">
        <pc:chgData name="sowmyareddy1911@gmail.com" userId="00f31b6bbb88ed74" providerId="LiveId" clId="{995BCE54-7A58-4237-A4E6-6871F19595F2}" dt="2024-05-31T16:56:20.968" v="235" actId="2710"/>
        <pc:sldMkLst>
          <pc:docMk/>
          <pc:sldMk cId="1576734777" sldId="270"/>
        </pc:sldMkLst>
        <pc:spChg chg="del">
          <ac:chgData name="sowmyareddy1911@gmail.com" userId="00f31b6bbb88ed74" providerId="LiveId" clId="{995BCE54-7A58-4237-A4E6-6871F19595F2}" dt="2024-05-31T16:54:08.249" v="220" actId="931"/>
          <ac:spMkLst>
            <pc:docMk/>
            <pc:sldMk cId="1576734777" sldId="270"/>
            <ac:spMk id="2" creationId="{352FA1D7-2BF3-52E5-2E0E-3700A986F499}"/>
          </ac:spMkLst>
        </pc:spChg>
        <pc:spChg chg="add mod">
          <ac:chgData name="sowmyareddy1911@gmail.com" userId="00f31b6bbb88ed74" providerId="LiveId" clId="{995BCE54-7A58-4237-A4E6-6871F19595F2}" dt="2024-05-31T16:40:56.809" v="195" actId="1076"/>
          <ac:spMkLst>
            <pc:docMk/>
            <pc:sldMk cId="1576734777" sldId="270"/>
            <ac:spMk id="5" creationId="{EDE4D227-9616-C7AB-D4C6-AAA960E3626C}"/>
          </ac:spMkLst>
        </pc:spChg>
        <pc:spChg chg="add del mod">
          <ac:chgData name="sowmyareddy1911@gmail.com" userId="00f31b6bbb88ed74" providerId="LiveId" clId="{995BCE54-7A58-4237-A4E6-6871F19595F2}" dt="2024-05-31T16:56:20.968" v="235" actId="2710"/>
          <ac:spMkLst>
            <pc:docMk/>
            <pc:sldMk cId="1576734777" sldId="270"/>
            <ac:spMk id="6" creationId="{C38DD4A0-9EC7-F59D-6AA5-219F3BE7EA8F}"/>
          </ac:spMkLst>
        </pc:spChg>
        <pc:spChg chg="add">
          <ac:chgData name="sowmyareddy1911@gmail.com" userId="00f31b6bbb88ed74" providerId="LiveId" clId="{995BCE54-7A58-4237-A4E6-6871F19595F2}" dt="2024-05-31T16:44:44.536" v="197"/>
          <ac:spMkLst>
            <pc:docMk/>
            <pc:sldMk cId="1576734777" sldId="270"/>
            <ac:spMk id="7" creationId="{13B417E2-579D-FC86-790E-B9538DB38A61}"/>
          </ac:spMkLst>
        </pc:spChg>
        <pc:spChg chg="add del mod">
          <ac:chgData name="sowmyareddy1911@gmail.com" userId="00f31b6bbb88ed74" providerId="LiveId" clId="{995BCE54-7A58-4237-A4E6-6871F19595F2}" dt="2024-05-31T16:45:14.528" v="203" actId="478"/>
          <ac:spMkLst>
            <pc:docMk/>
            <pc:sldMk cId="1576734777" sldId="270"/>
            <ac:spMk id="8" creationId="{B83D77C2-F9BB-9E5E-6C56-AD9B7282E5E9}"/>
          </ac:spMkLst>
        </pc:spChg>
        <pc:picChg chg="add mod">
          <ac:chgData name="sowmyareddy1911@gmail.com" userId="00f31b6bbb88ed74" providerId="LiveId" clId="{995BCE54-7A58-4237-A4E6-6871F19595F2}" dt="2024-05-31T16:54:08.249" v="220" actId="931"/>
          <ac:picMkLst>
            <pc:docMk/>
            <pc:sldMk cId="1576734777" sldId="270"/>
            <ac:picMk id="10" creationId="{24641322-357D-8206-7152-8D7E1AC6C231}"/>
          </ac:picMkLst>
        </pc:picChg>
        <pc:picChg chg="add mod modCrop">
          <ac:chgData name="sowmyareddy1911@gmail.com" userId="00f31b6bbb88ed74" providerId="LiveId" clId="{995BCE54-7A58-4237-A4E6-6871F19595F2}" dt="2024-05-31T16:55:28.185" v="230" actId="14100"/>
          <ac:picMkLst>
            <pc:docMk/>
            <pc:sldMk cId="1576734777" sldId="270"/>
            <ac:picMk id="12" creationId="{519B127E-3BB4-EEC2-814B-AFAF81AE1112}"/>
          </ac:picMkLst>
        </pc:picChg>
      </pc:sldChg>
      <pc:sldChg chg="addSp modSp new mod">
        <pc:chgData name="sowmyareddy1911@gmail.com" userId="00f31b6bbb88ed74" providerId="LiveId" clId="{995BCE54-7A58-4237-A4E6-6871F19595F2}" dt="2024-05-31T17:02:42.338" v="274" actId="14100"/>
        <pc:sldMkLst>
          <pc:docMk/>
          <pc:sldMk cId="596281884" sldId="271"/>
        </pc:sldMkLst>
        <pc:spChg chg="add mod">
          <ac:chgData name="sowmyareddy1911@gmail.com" userId="00f31b6bbb88ed74" providerId="LiveId" clId="{995BCE54-7A58-4237-A4E6-6871F19595F2}" dt="2024-05-31T17:02:38.204" v="273" actId="14100"/>
          <ac:spMkLst>
            <pc:docMk/>
            <pc:sldMk cId="596281884" sldId="271"/>
            <ac:spMk id="4" creationId="{7DAED229-3051-56DA-D2B8-5B66A677B42E}"/>
          </ac:spMkLst>
        </pc:spChg>
        <pc:picChg chg="add mod">
          <ac:chgData name="sowmyareddy1911@gmail.com" userId="00f31b6bbb88ed74" providerId="LiveId" clId="{995BCE54-7A58-4237-A4E6-6871F19595F2}" dt="2024-05-31T17:01:27.417" v="265" actId="14100"/>
          <ac:picMkLst>
            <pc:docMk/>
            <pc:sldMk cId="596281884" sldId="271"/>
            <ac:picMk id="6" creationId="{0B1BD155-3A2E-AFA4-D831-55C4649032C1}"/>
          </ac:picMkLst>
        </pc:picChg>
        <pc:picChg chg="add mod modCrop">
          <ac:chgData name="sowmyareddy1911@gmail.com" userId="00f31b6bbb88ed74" providerId="LiveId" clId="{995BCE54-7A58-4237-A4E6-6871F19595F2}" dt="2024-05-31T17:02:42.338" v="274" actId="14100"/>
          <ac:picMkLst>
            <pc:docMk/>
            <pc:sldMk cId="596281884" sldId="271"/>
            <ac:picMk id="8" creationId="{BBD6A782-62C2-BA7B-BC5C-63DD2E5F9CF6}"/>
          </ac:picMkLst>
        </pc:picChg>
      </pc:sldChg>
      <pc:sldChg chg="addSp delSp modSp new mod ord">
        <pc:chgData name="sowmyareddy1911@gmail.com" userId="00f31b6bbb88ed74" providerId="LiveId" clId="{995BCE54-7A58-4237-A4E6-6871F19595F2}" dt="2024-05-31T17:46:18.456" v="422" actId="14100"/>
        <pc:sldMkLst>
          <pc:docMk/>
          <pc:sldMk cId="13970731" sldId="272"/>
        </pc:sldMkLst>
        <pc:spChg chg="del">
          <ac:chgData name="sowmyareddy1911@gmail.com" userId="00f31b6bbb88ed74" providerId="LiveId" clId="{995BCE54-7A58-4237-A4E6-6871F19595F2}" dt="2024-05-31T17:15:23.602" v="311" actId="931"/>
          <ac:spMkLst>
            <pc:docMk/>
            <pc:sldMk cId="13970731" sldId="272"/>
            <ac:spMk id="2" creationId="{2E86EC26-879B-6A3C-345F-8F37564F749E}"/>
          </ac:spMkLst>
        </pc:spChg>
        <pc:spChg chg="add mod">
          <ac:chgData name="sowmyareddy1911@gmail.com" userId="00f31b6bbb88ed74" providerId="LiveId" clId="{995BCE54-7A58-4237-A4E6-6871F19595F2}" dt="2024-05-31T17:23:47.097" v="320" actId="1076"/>
          <ac:spMkLst>
            <pc:docMk/>
            <pc:sldMk cId="13970731" sldId="272"/>
            <ac:spMk id="4" creationId="{1A0C38C1-9F32-E2FB-A23A-6C6F32ADF268}"/>
          </ac:spMkLst>
        </pc:spChg>
        <pc:picChg chg="add mod">
          <ac:chgData name="sowmyareddy1911@gmail.com" userId="00f31b6bbb88ed74" providerId="LiveId" clId="{995BCE54-7A58-4237-A4E6-6871F19595F2}" dt="2024-05-31T17:15:23.602" v="311" actId="931"/>
          <ac:picMkLst>
            <pc:docMk/>
            <pc:sldMk cId="13970731" sldId="272"/>
            <ac:picMk id="6" creationId="{2775EFC6-AF82-0556-26B3-41B80D6216C9}"/>
          </ac:picMkLst>
        </pc:picChg>
        <pc:picChg chg="add mod">
          <ac:chgData name="sowmyareddy1911@gmail.com" userId="00f31b6bbb88ed74" providerId="LiveId" clId="{995BCE54-7A58-4237-A4E6-6871F19595F2}" dt="2024-05-31T17:46:18.456" v="422" actId="14100"/>
          <ac:picMkLst>
            <pc:docMk/>
            <pc:sldMk cId="13970731" sldId="272"/>
            <ac:picMk id="8" creationId="{5CDFE35E-C787-7274-9898-028ACB81F506}"/>
          </ac:picMkLst>
        </pc:picChg>
      </pc:sldChg>
      <pc:sldChg chg="addSp delSp modSp new mod">
        <pc:chgData name="sowmyareddy1911@gmail.com" userId="00f31b6bbb88ed74" providerId="LiveId" clId="{995BCE54-7A58-4237-A4E6-6871F19595F2}" dt="2024-05-31T17:40:03.220" v="412" actId="113"/>
        <pc:sldMkLst>
          <pc:docMk/>
          <pc:sldMk cId="3990462804" sldId="273"/>
        </pc:sldMkLst>
        <pc:spChg chg="del">
          <ac:chgData name="sowmyareddy1911@gmail.com" userId="00f31b6bbb88ed74" providerId="LiveId" clId="{995BCE54-7A58-4237-A4E6-6871F19595F2}" dt="2024-05-31T17:29:03.648" v="331" actId="931"/>
          <ac:spMkLst>
            <pc:docMk/>
            <pc:sldMk cId="3990462804" sldId="273"/>
            <ac:spMk id="2" creationId="{8D58C74C-DCD6-1989-2698-58B19D676C42}"/>
          </ac:spMkLst>
        </pc:spChg>
        <pc:spChg chg="add del mod">
          <ac:chgData name="sowmyareddy1911@gmail.com" userId="00f31b6bbb88ed74" providerId="LiveId" clId="{995BCE54-7A58-4237-A4E6-6871F19595F2}" dt="2024-05-31T17:33:55.543" v="358"/>
          <ac:spMkLst>
            <pc:docMk/>
            <pc:sldMk cId="3990462804" sldId="273"/>
            <ac:spMk id="12" creationId="{39033024-BA00-EA52-938F-A649A6CE3D6F}"/>
          </ac:spMkLst>
        </pc:spChg>
        <pc:spChg chg="add mod">
          <ac:chgData name="sowmyareddy1911@gmail.com" userId="00f31b6bbb88ed74" providerId="LiveId" clId="{995BCE54-7A58-4237-A4E6-6871F19595F2}" dt="2024-05-31T17:39:52.437" v="410" actId="113"/>
          <ac:spMkLst>
            <pc:docMk/>
            <pc:sldMk cId="3990462804" sldId="273"/>
            <ac:spMk id="13" creationId="{A281FF8E-8573-5A4C-9647-D6CE5A5924FE}"/>
          </ac:spMkLst>
        </pc:spChg>
        <pc:spChg chg="add mod">
          <ac:chgData name="sowmyareddy1911@gmail.com" userId="00f31b6bbb88ed74" providerId="LiveId" clId="{995BCE54-7A58-4237-A4E6-6871F19595F2}" dt="2024-05-31T17:39:58.426" v="411" actId="113"/>
          <ac:spMkLst>
            <pc:docMk/>
            <pc:sldMk cId="3990462804" sldId="273"/>
            <ac:spMk id="14" creationId="{3753F736-645A-7966-6FB8-7DA880EEC229}"/>
          </ac:spMkLst>
        </pc:spChg>
        <pc:spChg chg="add mod">
          <ac:chgData name="sowmyareddy1911@gmail.com" userId="00f31b6bbb88ed74" providerId="LiveId" clId="{995BCE54-7A58-4237-A4E6-6871F19595F2}" dt="2024-05-31T17:40:03.220" v="412" actId="113"/>
          <ac:spMkLst>
            <pc:docMk/>
            <pc:sldMk cId="3990462804" sldId="273"/>
            <ac:spMk id="15" creationId="{63415BA6-324E-C20E-D79E-9284B08F872A}"/>
          </ac:spMkLst>
        </pc:spChg>
        <pc:picChg chg="add mod">
          <ac:chgData name="sowmyareddy1911@gmail.com" userId="00f31b6bbb88ed74" providerId="LiveId" clId="{995BCE54-7A58-4237-A4E6-6871F19595F2}" dt="2024-05-31T17:37:10.579" v="375" actId="1076"/>
          <ac:picMkLst>
            <pc:docMk/>
            <pc:sldMk cId="3990462804" sldId="273"/>
            <ac:picMk id="5" creationId="{E518EA84-8016-CDAB-DFE0-B8BFE59458F0}"/>
          </ac:picMkLst>
        </pc:picChg>
        <pc:picChg chg="add mod">
          <ac:chgData name="sowmyareddy1911@gmail.com" userId="00f31b6bbb88ed74" providerId="LiveId" clId="{995BCE54-7A58-4237-A4E6-6871F19595F2}" dt="2024-05-31T17:29:03.648" v="331" actId="931"/>
          <ac:picMkLst>
            <pc:docMk/>
            <pc:sldMk cId="3990462804" sldId="273"/>
            <ac:picMk id="7" creationId="{F09B6A23-32D9-5184-F48E-7FFC9E3B6A76}"/>
          </ac:picMkLst>
        </pc:picChg>
        <pc:picChg chg="add mod">
          <ac:chgData name="sowmyareddy1911@gmail.com" userId="00f31b6bbb88ed74" providerId="LiveId" clId="{995BCE54-7A58-4237-A4E6-6871F19595F2}" dt="2024-05-31T17:36:22.477" v="369" actId="1076"/>
          <ac:picMkLst>
            <pc:docMk/>
            <pc:sldMk cId="3990462804" sldId="273"/>
            <ac:picMk id="9" creationId="{A15D011B-9FAD-DD19-410D-16728046C21A}"/>
          </ac:picMkLst>
        </pc:picChg>
        <pc:picChg chg="add mod modCrop">
          <ac:chgData name="sowmyareddy1911@gmail.com" userId="00f31b6bbb88ed74" providerId="LiveId" clId="{995BCE54-7A58-4237-A4E6-6871F19595F2}" dt="2024-05-31T17:31:54.411" v="353" actId="1076"/>
          <ac:picMkLst>
            <pc:docMk/>
            <pc:sldMk cId="3990462804" sldId="273"/>
            <ac:picMk id="11" creationId="{867228FE-2190-18D9-F39D-05B7A90B24BB}"/>
          </ac:picMkLst>
        </pc:picChg>
      </pc:sldChg>
      <pc:sldChg chg="addSp modSp new mod">
        <pc:chgData name="sowmyareddy1911@gmail.com" userId="00f31b6bbb88ed74" providerId="LiveId" clId="{995BCE54-7A58-4237-A4E6-6871F19595F2}" dt="2024-05-31T17:57:47.654" v="482" actId="1076"/>
        <pc:sldMkLst>
          <pc:docMk/>
          <pc:sldMk cId="1011464538" sldId="274"/>
        </pc:sldMkLst>
        <pc:spChg chg="add mod">
          <ac:chgData name="sowmyareddy1911@gmail.com" userId="00f31b6bbb88ed74" providerId="LiveId" clId="{995BCE54-7A58-4237-A4E6-6871F19595F2}" dt="2024-05-31T17:54:17.525" v="480" actId="255"/>
          <ac:spMkLst>
            <pc:docMk/>
            <pc:sldMk cId="1011464538" sldId="274"/>
            <ac:spMk id="6" creationId="{B5B10FEA-78B3-4ACA-4482-4231FD150921}"/>
          </ac:spMkLst>
        </pc:spChg>
        <pc:picChg chg="add mod">
          <ac:chgData name="sowmyareddy1911@gmail.com" userId="00f31b6bbb88ed74" providerId="LiveId" clId="{995BCE54-7A58-4237-A4E6-6871F19595F2}" dt="2024-05-31T17:52:59.977" v="467" actId="14100"/>
          <ac:picMkLst>
            <pc:docMk/>
            <pc:sldMk cId="1011464538" sldId="274"/>
            <ac:picMk id="5" creationId="{510CFBC0-1719-C48B-23C9-EEBE1B401D37}"/>
          </ac:picMkLst>
        </pc:picChg>
        <pc:picChg chg="add mod">
          <ac:chgData name="sowmyareddy1911@gmail.com" userId="00f31b6bbb88ed74" providerId="LiveId" clId="{995BCE54-7A58-4237-A4E6-6871F19595F2}" dt="2024-05-31T17:57:47.654" v="482" actId="1076"/>
          <ac:picMkLst>
            <pc:docMk/>
            <pc:sldMk cId="1011464538" sldId="274"/>
            <ac:picMk id="8" creationId="{27B97707-4A2B-B054-A6FE-59EA8252CF3E}"/>
          </ac:picMkLst>
        </pc:picChg>
      </pc:sldChg>
      <pc:sldChg chg="addSp modSp new mod">
        <pc:chgData name="sowmyareddy1911@gmail.com" userId="00f31b6bbb88ed74" providerId="LiveId" clId="{995BCE54-7A58-4237-A4E6-6871F19595F2}" dt="2024-05-31T17:52:19.504" v="465" actId="255"/>
        <pc:sldMkLst>
          <pc:docMk/>
          <pc:sldMk cId="3081347787" sldId="275"/>
        </pc:sldMkLst>
        <pc:spChg chg="mod">
          <ac:chgData name="sowmyareddy1911@gmail.com" userId="00f31b6bbb88ed74" providerId="LiveId" clId="{995BCE54-7A58-4237-A4E6-6871F19595F2}" dt="2024-05-31T17:50:23.708" v="435" actId="20577"/>
          <ac:spMkLst>
            <pc:docMk/>
            <pc:sldMk cId="3081347787" sldId="275"/>
            <ac:spMk id="3" creationId="{7324D881-6697-A178-B289-CE469F380380}"/>
          </ac:spMkLst>
        </pc:spChg>
        <pc:spChg chg="add mod">
          <ac:chgData name="sowmyareddy1911@gmail.com" userId="00f31b6bbb88ed74" providerId="LiveId" clId="{995BCE54-7A58-4237-A4E6-6871F19595F2}" dt="2024-05-31T17:52:19.504" v="465" actId="255"/>
          <ac:spMkLst>
            <pc:docMk/>
            <pc:sldMk cId="3081347787" sldId="275"/>
            <ac:spMk id="6" creationId="{1E7878A0-A774-5629-FEA7-51584FC6A929}"/>
          </ac:spMkLst>
        </pc:spChg>
        <pc:picChg chg="add mod">
          <ac:chgData name="sowmyareddy1911@gmail.com" userId="00f31b6bbb88ed74" providerId="LiveId" clId="{995BCE54-7A58-4237-A4E6-6871F19595F2}" dt="2024-05-31T17:50:07.552" v="429" actId="14100"/>
          <ac:picMkLst>
            <pc:docMk/>
            <pc:sldMk cId="3081347787" sldId="275"/>
            <ac:picMk id="5" creationId="{53DDD374-C2BD-FE9E-42DB-C31EAEDE47CE}"/>
          </ac:picMkLst>
        </pc:picChg>
      </pc:sldChg>
      <pc:sldChg chg="addSp delSp modSp new mod">
        <pc:chgData name="sowmyareddy1911@gmail.com" userId="00f31b6bbb88ed74" providerId="LiveId" clId="{995BCE54-7A58-4237-A4E6-6871F19595F2}" dt="2024-05-31T17:59:24.431" v="489" actId="14100"/>
        <pc:sldMkLst>
          <pc:docMk/>
          <pc:sldMk cId="4173605771" sldId="276"/>
        </pc:sldMkLst>
        <pc:spChg chg="del">
          <ac:chgData name="sowmyareddy1911@gmail.com" userId="00f31b6bbb88ed74" providerId="LiveId" clId="{995BCE54-7A58-4237-A4E6-6871F19595F2}" dt="2024-05-31T17:58:55.131" v="485" actId="931"/>
          <ac:spMkLst>
            <pc:docMk/>
            <pc:sldMk cId="4173605771" sldId="276"/>
            <ac:spMk id="2" creationId="{7B0B6D22-CF18-B63F-2CE8-24ED2547BA07}"/>
          </ac:spMkLst>
        </pc:spChg>
        <pc:picChg chg="add mod">
          <ac:chgData name="sowmyareddy1911@gmail.com" userId="00f31b6bbb88ed74" providerId="LiveId" clId="{995BCE54-7A58-4237-A4E6-6871F19595F2}" dt="2024-05-31T17:58:55.131" v="485" actId="931"/>
          <ac:picMkLst>
            <pc:docMk/>
            <pc:sldMk cId="4173605771" sldId="276"/>
            <ac:picMk id="5" creationId="{D3685EFD-A329-3BB7-5984-5C5BD8207828}"/>
          </ac:picMkLst>
        </pc:picChg>
        <pc:picChg chg="add mod">
          <ac:chgData name="sowmyareddy1911@gmail.com" userId="00f31b6bbb88ed74" providerId="LiveId" clId="{995BCE54-7A58-4237-A4E6-6871F19595F2}" dt="2024-05-31T17:59:24.431" v="489" actId="14100"/>
          <ac:picMkLst>
            <pc:docMk/>
            <pc:sldMk cId="4173605771" sldId="276"/>
            <ac:picMk id="7" creationId="{223DAAD4-7AF2-6C28-650A-61750C5CF565}"/>
          </ac:picMkLst>
        </pc:picChg>
      </pc:sldChg>
      <pc:sldChg chg="addSp delSp modSp new mod">
        <pc:chgData name="sowmyareddy1911@gmail.com" userId="00f31b6bbb88ed74" providerId="LiveId" clId="{995BCE54-7A58-4237-A4E6-6871F19595F2}" dt="2024-05-31T18:33:47.580" v="643" actId="2710"/>
        <pc:sldMkLst>
          <pc:docMk/>
          <pc:sldMk cId="787906439" sldId="277"/>
        </pc:sldMkLst>
        <pc:spChg chg="add mod">
          <ac:chgData name="sowmyareddy1911@gmail.com" userId="00f31b6bbb88ed74" providerId="LiveId" clId="{995BCE54-7A58-4237-A4E6-6871F19595F2}" dt="2024-05-31T18:33:22.419" v="639" actId="1076"/>
          <ac:spMkLst>
            <pc:docMk/>
            <pc:sldMk cId="787906439" sldId="277"/>
            <ac:spMk id="8" creationId="{EF3529F0-3FB5-97FB-3DC4-3DF9BA3D163B}"/>
          </ac:spMkLst>
        </pc:spChg>
        <pc:spChg chg="add mod">
          <ac:chgData name="sowmyareddy1911@gmail.com" userId="00f31b6bbb88ed74" providerId="LiveId" clId="{995BCE54-7A58-4237-A4E6-6871F19595F2}" dt="2024-05-31T18:33:47.580" v="643" actId="2710"/>
          <ac:spMkLst>
            <pc:docMk/>
            <pc:sldMk cId="787906439" sldId="277"/>
            <ac:spMk id="9" creationId="{D71D298D-12F7-1B84-B1E6-8A14D6F068E2}"/>
          </ac:spMkLst>
        </pc:spChg>
        <pc:picChg chg="add del mod">
          <ac:chgData name="sowmyareddy1911@gmail.com" userId="00f31b6bbb88ed74" providerId="LiveId" clId="{995BCE54-7A58-4237-A4E6-6871F19595F2}" dt="2024-05-31T18:30:54.924" v="617" actId="478"/>
          <ac:picMkLst>
            <pc:docMk/>
            <pc:sldMk cId="787906439" sldId="277"/>
            <ac:picMk id="5" creationId="{125711E7-DDC2-E0EE-E024-B2EAF110BD25}"/>
          </ac:picMkLst>
        </pc:picChg>
        <pc:picChg chg="add mod">
          <ac:chgData name="sowmyareddy1911@gmail.com" userId="00f31b6bbb88ed74" providerId="LiveId" clId="{995BCE54-7A58-4237-A4E6-6871F19595F2}" dt="2024-05-31T18:31:08.089" v="622" actId="14100"/>
          <ac:picMkLst>
            <pc:docMk/>
            <pc:sldMk cId="787906439" sldId="277"/>
            <ac:picMk id="7" creationId="{B860CF93-EC6F-3883-04C4-CC6F7046F28C}"/>
          </ac:picMkLst>
        </pc:picChg>
      </pc:sldChg>
      <pc:sldChg chg="addSp modSp new mod">
        <pc:chgData name="sowmyareddy1911@gmail.com" userId="00f31b6bbb88ed74" providerId="LiveId" clId="{995BCE54-7A58-4237-A4E6-6871F19595F2}" dt="2024-05-31T18:17:22.533" v="609" actId="14100"/>
        <pc:sldMkLst>
          <pc:docMk/>
          <pc:sldMk cId="4146680105" sldId="278"/>
        </pc:sldMkLst>
        <pc:spChg chg="add mod">
          <ac:chgData name="sowmyareddy1911@gmail.com" userId="00f31b6bbb88ed74" providerId="LiveId" clId="{995BCE54-7A58-4237-A4E6-6871F19595F2}" dt="2024-05-31T18:17:22.533" v="609" actId="14100"/>
          <ac:spMkLst>
            <pc:docMk/>
            <pc:sldMk cId="4146680105" sldId="278"/>
            <ac:spMk id="6" creationId="{65DAF3DF-3197-C07D-BABF-4CCD31161946}"/>
          </ac:spMkLst>
        </pc:spChg>
        <pc:picChg chg="add mod">
          <ac:chgData name="sowmyareddy1911@gmail.com" userId="00f31b6bbb88ed74" providerId="LiveId" clId="{995BCE54-7A58-4237-A4E6-6871F19595F2}" dt="2024-05-31T18:11:04.418" v="532" actId="14100"/>
          <ac:picMkLst>
            <pc:docMk/>
            <pc:sldMk cId="4146680105" sldId="278"/>
            <ac:picMk id="5" creationId="{DE735041-EA9D-D3ED-3B00-943775D0B57F}"/>
          </ac:picMkLst>
        </pc:picChg>
      </pc:sldChg>
      <pc:sldChg chg="addSp modSp new mod">
        <pc:chgData name="sowmyareddy1911@gmail.com" userId="00f31b6bbb88ed74" providerId="LiveId" clId="{995BCE54-7A58-4237-A4E6-6871F19595F2}" dt="2024-05-31T18:49:38.521" v="774" actId="255"/>
        <pc:sldMkLst>
          <pc:docMk/>
          <pc:sldMk cId="2911828616" sldId="279"/>
        </pc:sldMkLst>
        <pc:spChg chg="add mod">
          <ac:chgData name="sowmyareddy1911@gmail.com" userId="00f31b6bbb88ed74" providerId="LiveId" clId="{995BCE54-7A58-4237-A4E6-6871F19595F2}" dt="2024-05-31T18:49:38.521" v="774" actId="255"/>
          <ac:spMkLst>
            <pc:docMk/>
            <pc:sldMk cId="2911828616" sldId="279"/>
            <ac:spMk id="4" creationId="{42EE2606-A3EA-9167-A79F-537928C482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484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063BD56-785C-47B3-84E8-D03E7C9BA33E}" type="datetimeFigureOut">
              <a:rPr lang="en-IN" smtClean="0"/>
              <a:t>31-05-2024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F5721F-E3E3-4C64-92D4-B796D38A99C6}" type="slidenum">
              <a:rPr lang="en-IN" smtClean="0"/>
              <a:t>‹#›</a:t>
            </a:fld>
            <a:endParaRPr lang="en-IN"/>
          </a:p>
        </p:txBody>
      </p:sp>
      <p:sp>
        <p:nvSpPr>
          <p:cNvPr id="7" name="Title 6"/>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19718471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76699" y="4978897"/>
            <a:ext cx="6680284" cy="2493229"/>
          </a:xfrm>
        </p:spPr>
        <p:txBody>
          <a:bodyPr>
            <a:normAutofit/>
          </a:bodyPr>
          <a:lstStyle/>
          <a:p>
            <a:r>
              <a:rPr lang="en-US" sz="2400" dirty="0">
                <a:latin typeface="Times New Roman" panose="02020603050405020304" pitchFamily="18" charset="0"/>
                <a:ea typeface="Times New Roman" panose="02020603050405020304" pitchFamily="18" charset="0"/>
              </a:rPr>
              <a:t>DONTHOJU ANANYA(22B81A6605)</a:t>
            </a:r>
          </a:p>
          <a:p>
            <a:r>
              <a:rPr lang="en-US" sz="2400" dirty="0">
                <a:latin typeface="Times New Roman" panose="02020603050405020304" pitchFamily="18" charset="0"/>
                <a:ea typeface="Times New Roman" panose="02020603050405020304" pitchFamily="18" charset="0"/>
              </a:rPr>
              <a:t>KOTHA SHRAVYA(22B81A6641)</a:t>
            </a:r>
          </a:p>
          <a:p>
            <a:r>
              <a:rPr lang="en-US" sz="2400" dirty="0">
                <a:latin typeface="Times New Roman" panose="02020603050405020304" pitchFamily="18" charset="0"/>
                <a:ea typeface="Times New Roman" panose="02020603050405020304" pitchFamily="18" charset="0"/>
              </a:rPr>
              <a:t>BODIGAM SOUMYA(22B81A6645)</a:t>
            </a:r>
            <a:endParaRPr lang="en-IN" sz="2400" b="1" dirty="0"/>
          </a:p>
        </p:txBody>
      </p:sp>
      <p:sp>
        <p:nvSpPr>
          <p:cNvPr id="2" name="Title 1"/>
          <p:cNvSpPr>
            <a:spLocks noGrp="1"/>
          </p:cNvSpPr>
          <p:nvPr>
            <p:ph type="title"/>
          </p:nvPr>
        </p:nvSpPr>
        <p:spPr>
          <a:xfrm>
            <a:off x="2276699" y="150912"/>
            <a:ext cx="10628381" cy="1371600"/>
          </a:xfrm>
        </p:spPr>
        <p:txBody>
          <a:bodyPr>
            <a:normAutofit/>
          </a:bodyPr>
          <a:lstStyle/>
          <a:p>
            <a:pPr algn="ctr"/>
            <a:r>
              <a:rPr lang="en-US" sz="4320" cap="all" dirty="0">
                <a:ln w="9000" cmpd="sng">
                  <a:solidFill>
                    <a:schemeClr val="accent4">
                      <a:shade val="50000"/>
                      <a:satMod val="120000"/>
                    </a:schemeClr>
                  </a:solidFill>
                  <a:prstDash val="solid"/>
                </a:ln>
                <a:latin typeface="CG Omega" pitchFamily="34" charset="0"/>
                <a:ea typeface="Times New Roman"/>
                <a:cs typeface="Times New Roman"/>
                <a:sym typeface="Times New Roman"/>
              </a:rPr>
              <a:t>CVR COLLEGE OF ENGINEERING</a:t>
            </a:r>
            <a:endParaRPr lang="en-IN" sz="4800" cap="all" dirty="0">
              <a:ln w="9000" cmpd="sng">
                <a:solidFill>
                  <a:schemeClr val="accent4">
                    <a:shade val="50000"/>
                    <a:satMod val="120000"/>
                  </a:schemeClr>
                </a:solidFill>
                <a:prstDash val="solid"/>
              </a:ln>
              <a:latin typeface="CG Omega" pitchFamily="34" charset="0"/>
            </a:endParaRPr>
          </a:p>
        </p:txBody>
      </p:sp>
      <p:sp>
        <p:nvSpPr>
          <p:cNvPr id="4" name="TextBox 3"/>
          <p:cNvSpPr txBox="1"/>
          <p:nvPr/>
        </p:nvSpPr>
        <p:spPr>
          <a:xfrm>
            <a:off x="3945226" y="2559427"/>
            <a:ext cx="6048672" cy="1421928"/>
          </a:xfrm>
          <a:prstGeom prst="rect">
            <a:avLst/>
          </a:prstGeom>
          <a:noFill/>
        </p:spPr>
        <p:txBody>
          <a:bodyPr wrap="square" rtlCol="0">
            <a:spAutoFit/>
          </a:bodyPr>
          <a:lstStyle/>
          <a:p>
            <a:pPr algn="ctr"/>
            <a:r>
              <a:rPr lang="en-US" sz="4320" b="1" dirty="0">
                <a:solidFill>
                  <a:srgbClr val="000099"/>
                </a:solidFill>
              </a:rPr>
              <a:t>Project Title : </a:t>
            </a:r>
            <a:r>
              <a:rPr lang="en-US" sz="4320" b="1" dirty="0">
                <a:latin typeface="Times New Roman" panose="02020603050405020304" pitchFamily="18" charset="0"/>
                <a:ea typeface="Times New Roman" panose="02020603050405020304" pitchFamily="18" charset="0"/>
              </a:rPr>
              <a:t>PRODUCTIFY</a:t>
            </a:r>
            <a:endParaRPr lang="en-IN" sz="4320" b="1" dirty="0">
              <a:solidFill>
                <a:srgbClr val="000099"/>
              </a:solidFill>
            </a:endParaRPr>
          </a:p>
        </p:txBody>
      </p:sp>
      <p:pic>
        <p:nvPicPr>
          <p:cNvPr id="6" name="Google Shape;87;p13"/>
          <p:cNvPicPr preferRelativeResize="0"/>
          <p:nvPr/>
        </p:nvPicPr>
        <p:blipFill rotWithShape="1">
          <a:blip r:embed="rId2">
            <a:alphaModFix/>
          </a:blip>
          <a:srcRect/>
          <a:stretch/>
        </p:blipFill>
        <p:spPr>
          <a:xfrm>
            <a:off x="2044214" y="377057"/>
            <a:ext cx="1165920" cy="1123325"/>
          </a:xfrm>
          <a:prstGeom prst="rect">
            <a:avLst/>
          </a:prstGeom>
          <a:noFill/>
          <a:ln>
            <a:noFill/>
          </a:ln>
        </p:spPr>
      </p:pic>
      <p:sp>
        <p:nvSpPr>
          <p:cNvPr id="5" name="TextBox 4"/>
          <p:cNvSpPr txBox="1"/>
          <p:nvPr/>
        </p:nvSpPr>
        <p:spPr>
          <a:xfrm>
            <a:off x="3486433" y="1260724"/>
            <a:ext cx="8208912" cy="535531"/>
          </a:xfrm>
          <a:prstGeom prst="rect">
            <a:avLst/>
          </a:prstGeom>
          <a:noFill/>
        </p:spPr>
        <p:txBody>
          <a:bodyPr wrap="square" rtlCol="0">
            <a:spAutoFit/>
          </a:bodyPr>
          <a:lstStyle/>
          <a:p>
            <a:pPr algn="ctr"/>
            <a:r>
              <a:rPr lang="en-US" sz="2880" dirty="0">
                <a:ln w="9000" cmpd="sng">
                  <a:solidFill>
                    <a:schemeClr val="accent4">
                      <a:shade val="50000"/>
                      <a:satMod val="120000"/>
                    </a:schemeClr>
                  </a:solidFill>
                  <a:prstDash val="solid"/>
                </a:ln>
                <a:ea typeface="Times New Roman"/>
                <a:cs typeface="Times New Roman"/>
                <a:sym typeface="Times New Roman"/>
              </a:rPr>
              <a:t>Department of Emerging Technologies</a:t>
            </a:r>
            <a:endParaRPr lang="en-IN" sz="2880" dirty="0"/>
          </a:p>
        </p:txBody>
      </p:sp>
      <p:sp>
        <p:nvSpPr>
          <p:cNvPr id="7" name="TextBox 6">
            <a:extLst>
              <a:ext uri="{FF2B5EF4-FFF2-40B4-BE49-F238E27FC236}">
                <a16:creationId xmlns:a16="http://schemas.microsoft.com/office/drawing/2014/main" id="{28936114-8A3B-D8A3-650D-652332B5C9B7}"/>
              </a:ext>
            </a:extLst>
          </p:cNvPr>
          <p:cNvSpPr txBox="1"/>
          <p:nvPr/>
        </p:nvSpPr>
        <p:spPr>
          <a:xfrm>
            <a:off x="8352115" y="6253330"/>
            <a:ext cx="4234070" cy="83099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GUIDE NAME:</a:t>
            </a:r>
          </a:p>
          <a:p>
            <a:r>
              <a:rPr lang="en-IN" sz="2400" dirty="0" err="1">
                <a:latin typeface="Times New Roman" panose="02020603050405020304" pitchFamily="18" charset="0"/>
                <a:cs typeface="Times New Roman" panose="02020603050405020304" pitchFamily="18" charset="0"/>
              </a:rPr>
              <a:t>Dr.M.SURYA</a:t>
            </a:r>
            <a:r>
              <a:rPr lang="en-IN" sz="2400" dirty="0">
                <a:latin typeface="Times New Roman" panose="02020603050405020304" pitchFamily="18" charset="0"/>
                <a:cs typeface="Times New Roman" panose="02020603050405020304" pitchFamily="18" charset="0"/>
              </a:rPr>
              <a:t> BHUPAL RAO</a:t>
            </a:r>
          </a:p>
        </p:txBody>
      </p:sp>
    </p:spTree>
    <p:extLst>
      <p:ext uri="{BB962C8B-B14F-4D97-AF65-F5344CB8AC3E}">
        <p14:creationId xmlns:p14="http://schemas.microsoft.com/office/powerpoint/2010/main" val="1555276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1604367"/>
            <a:ext cx="7477601" cy="1916430"/>
          </a:xfrm>
          <a:prstGeom prst="rect">
            <a:avLst/>
          </a:prstGeom>
          <a:noFill/>
          <a:ln/>
        </p:spPr>
        <p:txBody>
          <a:bodyPr wrap="square" rtlCol="0" anchor="t"/>
          <a:lstStyle/>
          <a:p>
            <a:pPr marL="0" indent="0">
              <a:lnSpc>
                <a:spcPts val="7545"/>
              </a:lnSpc>
              <a:buNone/>
            </a:pPr>
            <a:r>
              <a:rPr lang="en-US" sz="6036" dirty="0">
                <a:solidFill>
                  <a:srgbClr val="5955EB"/>
                </a:solidFill>
                <a:latin typeface="Times New Roman" panose="02020603050405020304" pitchFamily="18" charset="0"/>
                <a:ea typeface="Libre Baskerville" pitchFamily="34" charset="-122"/>
                <a:cs typeface="Times New Roman" panose="02020603050405020304" pitchFamily="18" charset="0"/>
              </a:rPr>
              <a:t>Introduction to Productify</a:t>
            </a:r>
            <a:endParaRPr lang="en-US" sz="6036" dirty="0">
              <a:latin typeface="Times New Roman" panose="02020603050405020304" pitchFamily="18" charset="0"/>
              <a:cs typeface="Times New Roman" panose="02020603050405020304" pitchFamily="18" charset="0"/>
            </a:endParaRPr>
          </a:p>
        </p:txBody>
      </p:sp>
      <p:sp>
        <p:nvSpPr>
          <p:cNvPr id="6" name="Text 3"/>
          <p:cNvSpPr/>
          <p:nvPr/>
        </p:nvSpPr>
        <p:spPr>
          <a:xfrm>
            <a:off x="833199" y="3854053"/>
            <a:ext cx="7477601" cy="2132409"/>
          </a:xfrm>
          <a:prstGeom prst="rect">
            <a:avLst/>
          </a:prstGeom>
          <a:noFill/>
          <a:ln/>
        </p:spPr>
        <p:txBody>
          <a:bodyPr wrap="square" rtlCol="0" anchor="t"/>
          <a:lstStyle/>
          <a:p>
            <a:pPr marL="0" indent="0" algn="just">
              <a:lnSpc>
                <a:spcPts val="2799"/>
              </a:lnSpc>
              <a:buNone/>
            </a:pPr>
            <a:r>
              <a:rPr lang="en-US" sz="1750" dirty="0">
                <a:solidFill>
                  <a:srgbClr val="49495A"/>
                </a:solidFill>
                <a:latin typeface="Times New Roman" panose="02020603050405020304" pitchFamily="18" charset="0"/>
                <a:ea typeface="Open Sans" pitchFamily="34" charset="-122"/>
                <a:cs typeface="Times New Roman" panose="02020603050405020304" pitchFamily="18" charset="0"/>
              </a:rPr>
              <a:t>Welcome to Productify, the premier online clothing store that offers a curated selection of high-quality, fashionable apparel for every occasion. Established with a commitment to providing our customers with an exceptional shopping experience, Productify is more than just a website - it's a destination where style, quality, and convenience converge.</a:t>
            </a:r>
            <a:endParaRPr lang="en-US" sz="1750" dirty="0">
              <a:latin typeface="Times New Roman" panose="02020603050405020304" pitchFamily="18" charset="0"/>
              <a:cs typeface="Times New Roman" panose="02020603050405020304" pitchFamily="18" charset="0"/>
            </a:endParaRPr>
          </a:p>
        </p:txBody>
      </p:sp>
      <p:sp>
        <p:nvSpPr>
          <p:cNvPr id="8" name="Text 5"/>
          <p:cNvSpPr/>
          <p:nvPr/>
        </p:nvSpPr>
        <p:spPr>
          <a:xfrm>
            <a:off x="923449" y="6357580"/>
            <a:ext cx="174903" cy="146328"/>
          </a:xfrm>
          <a:prstGeom prst="rect">
            <a:avLst/>
          </a:prstGeom>
          <a:noFill/>
          <a:ln/>
        </p:spPr>
        <p:txBody>
          <a:bodyPr wrap="none" rtlCol="0" anchor="t"/>
          <a:lstStyle/>
          <a:p>
            <a:pPr marL="0" indent="0" algn="ctr">
              <a:lnSpc>
                <a:spcPts val="1152"/>
              </a:lnSpc>
              <a:buNone/>
            </a:pPr>
            <a:r>
              <a:rPr lang="en-US" sz="1152" dirty="0">
                <a:solidFill>
                  <a:srgbClr val="FFFFFF"/>
                </a:solidFill>
                <a:latin typeface="Open Sans" pitchFamily="34" charset="0"/>
                <a:ea typeface="Open Sans" pitchFamily="34" charset="-122"/>
                <a:cs typeface="Open Sans" pitchFamily="34" charset="-120"/>
              </a:rPr>
              <a:t>sa</a:t>
            </a:r>
            <a:endParaRPr lang="en-US" sz="115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36F6E3-9022-FE6A-8E9D-29EBC038F725}"/>
              </a:ext>
            </a:extLst>
          </p:cNvPr>
          <p:cNvSpPr txBox="1"/>
          <p:nvPr/>
        </p:nvSpPr>
        <p:spPr>
          <a:xfrm>
            <a:off x="1013791" y="2405269"/>
            <a:ext cx="12602817" cy="3697166"/>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3200" dirty="0">
                <a:effectLst/>
                <a:latin typeface="Times New Roman" panose="02020603050405020304" pitchFamily="18" charset="0"/>
                <a:ea typeface="Times New Roman" panose="02020603050405020304" pitchFamily="18" charset="0"/>
              </a:rPr>
              <a:t>"</a:t>
            </a:r>
            <a:r>
              <a:rPr lang="en-US" sz="3200" dirty="0" err="1">
                <a:effectLst/>
                <a:latin typeface="Times New Roman" panose="02020603050405020304" pitchFamily="18" charset="0"/>
                <a:ea typeface="Times New Roman" panose="02020603050405020304" pitchFamily="18" charset="0"/>
              </a:rPr>
              <a:t>Productify</a:t>
            </a:r>
            <a:r>
              <a:rPr lang="en-US" sz="3200" dirty="0">
                <a:effectLst/>
                <a:latin typeface="Times New Roman" panose="02020603050405020304" pitchFamily="18" charset="0"/>
                <a:ea typeface="Times New Roman" panose="02020603050405020304" pitchFamily="18" charset="0"/>
              </a:rPr>
              <a:t>" is a comprehensive project aimed at revolutionizing the way products and services are presented, marketed, and enhanced in the digital landscape.</a:t>
            </a:r>
          </a:p>
          <a:p>
            <a:pPr marL="457200" indent="-457200" algn="just">
              <a:lnSpc>
                <a:spcPct val="150000"/>
              </a:lnSpc>
              <a:buFont typeface="Arial" panose="020B0604020202020204" pitchFamily="34" charset="0"/>
              <a:buChar char="•"/>
            </a:pPr>
            <a:r>
              <a:rPr lang="en-US" sz="3200" dirty="0">
                <a:effectLst/>
                <a:latin typeface="Times New Roman" panose="02020603050405020304" pitchFamily="18" charset="0"/>
                <a:ea typeface="Times New Roman" panose="02020603050405020304" pitchFamily="18" charset="0"/>
              </a:rPr>
              <a:t>At its core, </a:t>
            </a:r>
            <a:r>
              <a:rPr lang="en-US" sz="3200" dirty="0" err="1">
                <a:effectLst/>
                <a:latin typeface="Times New Roman" panose="02020603050405020304" pitchFamily="18" charset="0"/>
                <a:ea typeface="Times New Roman" panose="02020603050405020304" pitchFamily="18" charset="0"/>
              </a:rPr>
              <a:t>Productify</a:t>
            </a:r>
            <a:r>
              <a:rPr lang="en-US" sz="3200" dirty="0">
                <a:effectLst/>
                <a:latin typeface="Times New Roman" panose="02020603050405020304" pitchFamily="18" charset="0"/>
                <a:ea typeface="Times New Roman" panose="02020603050405020304" pitchFamily="18" charset="0"/>
              </a:rPr>
              <a:t> is a product landing page builder, equipped with an intuitive user interface and robust backend infrastructure. </a:t>
            </a:r>
            <a:endParaRPr lang="en-IN" sz="3200" dirty="0">
              <a:effectLst/>
              <a:latin typeface="Times New Roman" panose="02020603050405020304" pitchFamily="18" charset="0"/>
              <a:ea typeface="Times New Roman" panose="02020603050405020304" pitchFamily="18" charset="0"/>
            </a:endParaRPr>
          </a:p>
        </p:txBody>
      </p:sp>
      <p:sp>
        <p:nvSpPr>
          <p:cNvPr id="4" name="TextBox 3">
            <a:extLst>
              <a:ext uri="{FF2B5EF4-FFF2-40B4-BE49-F238E27FC236}">
                <a16:creationId xmlns:a16="http://schemas.microsoft.com/office/drawing/2014/main" id="{EB5CEC2D-5F0F-3EAA-213B-9D601EDBB1BB}"/>
              </a:ext>
            </a:extLst>
          </p:cNvPr>
          <p:cNvSpPr txBox="1"/>
          <p:nvPr/>
        </p:nvSpPr>
        <p:spPr>
          <a:xfrm>
            <a:off x="1431235" y="883837"/>
            <a:ext cx="8478078" cy="1015663"/>
          </a:xfrm>
          <a:prstGeom prst="rect">
            <a:avLst/>
          </a:prstGeom>
          <a:noFill/>
        </p:spPr>
        <p:txBody>
          <a:bodyPr wrap="square" rtlCol="0">
            <a:spAutoFit/>
          </a:bodyPr>
          <a:lstStyle/>
          <a:p>
            <a:r>
              <a:rPr lang="en-IN" sz="6000" b="1" dirty="0">
                <a:solidFill>
                  <a:srgbClr val="00B0F0"/>
                </a:solidFill>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3343453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
        <p:nvSpPr>
          <p:cNvPr id="4" name="Text 2"/>
          <p:cNvSpPr/>
          <p:nvPr/>
        </p:nvSpPr>
        <p:spPr>
          <a:xfrm>
            <a:off x="1292087" y="1288018"/>
            <a:ext cx="6300886" cy="694373"/>
          </a:xfrm>
          <a:prstGeom prst="rect">
            <a:avLst/>
          </a:prstGeom>
          <a:noFill/>
          <a:ln/>
        </p:spPr>
        <p:txBody>
          <a:bodyPr wrap="none" rtlCol="0" anchor="t"/>
          <a:lstStyle/>
          <a:p>
            <a:pPr marL="0" indent="0">
              <a:lnSpc>
                <a:spcPts val="5468"/>
              </a:lnSpc>
              <a:buNone/>
            </a:pPr>
            <a:r>
              <a:rPr lang="en-US" sz="4374" dirty="0">
                <a:solidFill>
                  <a:srgbClr val="5955EB"/>
                </a:solidFill>
                <a:latin typeface="Times New Roman" panose="02020603050405020304" pitchFamily="18" charset="0"/>
                <a:ea typeface="Libre Baskerville" pitchFamily="34" charset="-122"/>
                <a:cs typeface="Times New Roman" panose="02020603050405020304" pitchFamily="18" charset="0"/>
              </a:rPr>
              <a:t>Project Overview</a:t>
            </a:r>
            <a:endParaRPr lang="en-US" sz="4374" dirty="0">
              <a:latin typeface="Times New Roman" panose="02020603050405020304" pitchFamily="18" charset="0"/>
              <a:cs typeface="Times New Roman" panose="02020603050405020304" pitchFamily="18" charset="0"/>
            </a:endParaRPr>
          </a:p>
        </p:txBody>
      </p:sp>
      <p:sp>
        <p:nvSpPr>
          <p:cNvPr id="5" name="Text 3"/>
          <p:cNvSpPr/>
          <p:nvPr/>
        </p:nvSpPr>
        <p:spPr>
          <a:xfrm>
            <a:off x="1143000" y="2426732"/>
            <a:ext cx="12205252" cy="2132409"/>
          </a:xfrm>
          <a:prstGeom prst="rect">
            <a:avLst/>
          </a:prstGeom>
          <a:noFill/>
          <a:ln/>
        </p:spPr>
        <p:txBody>
          <a:bodyPr wrap="square" rtlCol="0" anchor="t"/>
          <a:lstStyle/>
          <a:p>
            <a:pPr marL="0" indent="0" algn="just">
              <a:lnSpc>
                <a:spcPts val="2799"/>
              </a:lnSpc>
              <a:buNone/>
            </a:pPr>
            <a:r>
              <a:rPr lang="en-US" sz="2000" dirty="0">
                <a:solidFill>
                  <a:srgbClr val="49495A"/>
                </a:solidFill>
                <a:latin typeface="Times New Roman" panose="02020603050405020304" pitchFamily="18" charset="0"/>
                <a:ea typeface="Open Sans" pitchFamily="34" charset="-122"/>
                <a:cs typeface="Times New Roman" panose="02020603050405020304" pitchFamily="18" charset="0"/>
              </a:rPr>
              <a:t>Productify is an innovative e-commerce platform designed to revolutionize the online clothing retail industry. As an industry-leading provider of trendy, high-quality apparel, Productify offers a seamless and enjoyable shopping experience for fashion-conscious consumers. With a focus on curating a diverse product catalog, user-friendly navigation, and secure payment processing, Productify aims to become the go-to destination for discerning shoppers seeking the latest fashion trends and exceptional value.</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1143000" y="4809053"/>
            <a:ext cx="12205252" cy="2132409"/>
          </a:xfrm>
          <a:prstGeom prst="rect">
            <a:avLst/>
          </a:prstGeom>
          <a:noFill/>
          <a:ln/>
        </p:spPr>
        <p:txBody>
          <a:bodyPr wrap="square" rtlCol="0" anchor="t"/>
          <a:lstStyle/>
          <a:p>
            <a:pPr marL="0" indent="0" algn="just">
              <a:lnSpc>
                <a:spcPts val="2799"/>
              </a:lnSpc>
              <a:buNone/>
            </a:pPr>
            <a:r>
              <a:rPr lang="en-US" sz="2000" dirty="0">
                <a:solidFill>
                  <a:srgbClr val="49495A"/>
                </a:solidFill>
                <a:latin typeface="Times New Roman" panose="02020603050405020304" pitchFamily="18" charset="0"/>
                <a:ea typeface="Open Sans" pitchFamily="34" charset="-122"/>
                <a:cs typeface="Times New Roman" panose="02020603050405020304" pitchFamily="18" charset="0"/>
              </a:rPr>
              <a:t>At the core of Productify's mission is a commitment to providing customers with an unparalleled shopping experience. Through intuitive design, and a robust shopping cart system, Productify empowers users to effortlessly discover, and purchase the clothing and accessories that best suit their unique style and preferences. By leveraging cutting-edge technologies and data-driven insights, the platform constantly evolves to anticipate and exceed the expectations of its ever-growing customer base.</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7620" y="0"/>
            <a:ext cx="14630400" cy="8229600"/>
          </a:xfrm>
          <a:prstGeom prst="rect">
            <a:avLst/>
          </a:prstGeom>
          <a:solidFill>
            <a:srgbClr val="FBFAFF"/>
          </a:solidFill>
          <a:ln/>
        </p:spPr>
      </p:sp>
      <p:pic>
        <p:nvPicPr>
          <p:cNvPr id="4" name="Image 0" descr="preencoded.png"/>
          <p:cNvPicPr>
            <a:picLocks noChangeAspect="1"/>
          </p:cNvPicPr>
          <p:nvPr/>
        </p:nvPicPr>
        <p:blipFill>
          <a:blip r:embed="rId3"/>
          <a:stretch>
            <a:fillRect/>
          </a:stretch>
        </p:blipFill>
        <p:spPr>
          <a:xfrm>
            <a:off x="-7620" y="0"/>
            <a:ext cx="3555890" cy="8229600"/>
          </a:xfrm>
          <a:prstGeom prst="rect">
            <a:avLst/>
          </a:prstGeom>
        </p:spPr>
      </p:pic>
      <p:sp>
        <p:nvSpPr>
          <p:cNvPr id="5" name="Text 2"/>
          <p:cNvSpPr/>
          <p:nvPr/>
        </p:nvSpPr>
        <p:spPr>
          <a:xfrm>
            <a:off x="4207933" y="602964"/>
            <a:ext cx="6900386" cy="541377"/>
          </a:xfrm>
          <a:prstGeom prst="rect">
            <a:avLst/>
          </a:prstGeom>
          <a:noFill/>
          <a:ln/>
        </p:spPr>
        <p:txBody>
          <a:bodyPr wrap="none" rtlCol="0" anchor="t"/>
          <a:lstStyle/>
          <a:p>
            <a:pPr marL="0" indent="0">
              <a:lnSpc>
                <a:spcPts val="4263"/>
              </a:lnSpc>
              <a:buNone/>
            </a:pPr>
            <a:r>
              <a:rPr lang="en-US" sz="3411" dirty="0">
                <a:solidFill>
                  <a:srgbClr val="5955EB"/>
                </a:solidFill>
                <a:latin typeface="Libre Baskerville" pitchFamily="34" charset="0"/>
                <a:ea typeface="Libre Baskerville" pitchFamily="34" charset="-122"/>
                <a:cs typeface="Libre Baskerville" pitchFamily="34" charset="-120"/>
              </a:rPr>
              <a:t>User Registration and Accounts</a:t>
            </a:r>
            <a:endParaRPr lang="en-US" sz="3411" dirty="0"/>
          </a:p>
        </p:txBody>
      </p:sp>
      <p:sp>
        <p:nvSpPr>
          <p:cNvPr id="6" name="Text 3"/>
          <p:cNvSpPr/>
          <p:nvPr/>
        </p:nvSpPr>
        <p:spPr>
          <a:xfrm>
            <a:off x="4307324" y="1504433"/>
            <a:ext cx="8971354" cy="1385888"/>
          </a:xfrm>
          <a:prstGeom prst="rect">
            <a:avLst/>
          </a:prstGeom>
          <a:noFill/>
          <a:ln/>
        </p:spPr>
        <p:txBody>
          <a:bodyPr wrap="square" rtlCol="0" anchor="t"/>
          <a:lstStyle/>
          <a:p>
            <a:pPr marL="0" indent="0" algn="just">
              <a:lnSpc>
                <a:spcPct val="150000"/>
              </a:lnSpc>
              <a:buNone/>
            </a:pPr>
            <a:r>
              <a:rPr lang="en-US" dirty="0">
                <a:solidFill>
                  <a:srgbClr val="49495A"/>
                </a:solidFill>
                <a:latin typeface="Times New Roman" panose="02020603050405020304" pitchFamily="18" charset="0"/>
                <a:ea typeface="Open Sans" pitchFamily="34" charset="-122"/>
                <a:cs typeface="Times New Roman" panose="02020603050405020304" pitchFamily="18" charset="0"/>
              </a:rPr>
              <a:t>Productify offers a robust user registration and account management system to provide customers with a personalized and secure shopping experience. When new visitors arrive at the Productify website, they can easily create an account by providing basic information such as their name, email address, and a secure password. The registration process is streamlined and intuitive, ensuring a smooth onboarding for first-time users.</a:t>
            </a:r>
            <a:endParaRPr lang="en-US"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CA4FE475-A402-204E-7255-EB26FD16B4F8}"/>
              </a:ext>
            </a:extLst>
          </p:cNvPr>
          <p:cNvPicPr>
            <a:picLocks noChangeAspect="1"/>
          </p:cNvPicPr>
          <p:nvPr/>
        </p:nvPicPr>
        <p:blipFill>
          <a:blip r:embed="rId4"/>
          <a:stretch>
            <a:fillRect/>
          </a:stretch>
        </p:blipFill>
        <p:spPr>
          <a:xfrm>
            <a:off x="4462671" y="4227145"/>
            <a:ext cx="7026964" cy="37042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775EFC6-AF82-0556-26B3-41B80D6216C9}"/>
              </a:ext>
            </a:extLst>
          </p:cNvPr>
          <p:cNvPicPr>
            <a:picLocks noGrp="1" noChangeAspect="1"/>
          </p:cNvPicPr>
          <p:nvPr>
            <p:ph idx="1"/>
          </p:nvPr>
        </p:nvPicPr>
        <p:blipFill>
          <a:blip r:embed="rId2"/>
          <a:stretch>
            <a:fillRect/>
          </a:stretch>
        </p:blipFill>
        <p:spPr/>
      </p:pic>
      <p:sp>
        <p:nvSpPr>
          <p:cNvPr id="3" name="Title 2">
            <a:extLst>
              <a:ext uri="{FF2B5EF4-FFF2-40B4-BE49-F238E27FC236}">
                <a16:creationId xmlns:a16="http://schemas.microsoft.com/office/drawing/2014/main" id="{B6B92C2A-D1C2-BA89-5778-97B0A9B5EA81}"/>
              </a:ext>
            </a:extLst>
          </p:cNvPr>
          <p:cNvSpPr>
            <a:spLocks noGrp="1"/>
          </p:cNvSpPr>
          <p:nvPr>
            <p:ph type="title"/>
          </p:nvPr>
        </p:nvSpPr>
        <p:spPr/>
        <p:txBody>
          <a:bodyPr/>
          <a:lstStyle/>
          <a:p>
            <a:endParaRPr lang="en-IN" dirty="0"/>
          </a:p>
        </p:txBody>
      </p:sp>
      <p:sp>
        <p:nvSpPr>
          <p:cNvPr id="4" name="TextBox 3">
            <a:extLst>
              <a:ext uri="{FF2B5EF4-FFF2-40B4-BE49-F238E27FC236}">
                <a16:creationId xmlns:a16="http://schemas.microsoft.com/office/drawing/2014/main" id="{1A0C38C1-9F32-E2FB-A23A-6C6F32ADF268}"/>
              </a:ext>
            </a:extLst>
          </p:cNvPr>
          <p:cNvSpPr txBox="1"/>
          <p:nvPr/>
        </p:nvSpPr>
        <p:spPr>
          <a:xfrm>
            <a:off x="599440" y="569635"/>
            <a:ext cx="12598400" cy="2031325"/>
          </a:xfrm>
          <a:prstGeom prst="rect">
            <a:avLst/>
          </a:prstGeom>
          <a:noFill/>
        </p:spPr>
        <p:txBody>
          <a:bodyPr wrap="square" rtlCol="0">
            <a:spAutoFit/>
          </a:bodyPr>
          <a:lstStyle/>
          <a:p>
            <a:pPr algn="just">
              <a:lnSpc>
                <a:spcPct val="150000"/>
              </a:lnSpc>
            </a:pPr>
            <a:r>
              <a:rPr lang="en-US" sz="1800" dirty="0">
                <a:solidFill>
                  <a:srgbClr val="49495A"/>
                </a:solidFill>
                <a:latin typeface="Times New Roman" panose="02020603050405020304" pitchFamily="18" charset="0"/>
                <a:ea typeface="Open Sans" pitchFamily="34" charset="-122"/>
                <a:cs typeface="Times New Roman" panose="02020603050405020304" pitchFamily="18" charset="0"/>
              </a:rPr>
              <a:t>Once registered, customers can log in to their </a:t>
            </a:r>
            <a:r>
              <a:rPr lang="en-US" sz="1800" dirty="0" err="1">
                <a:solidFill>
                  <a:srgbClr val="49495A"/>
                </a:solidFill>
                <a:latin typeface="Times New Roman" panose="02020603050405020304" pitchFamily="18" charset="0"/>
                <a:ea typeface="Open Sans" pitchFamily="34" charset="-122"/>
                <a:cs typeface="Times New Roman" panose="02020603050405020304" pitchFamily="18" charset="0"/>
              </a:rPr>
              <a:t>Productify</a:t>
            </a:r>
            <a:r>
              <a:rPr lang="en-US" sz="1800" dirty="0">
                <a:solidFill>
                  <a:srgbClr val="49495A"/>
                </a:solidFill>
                <a:latin typeface="Times New Roman" panose="02020603050405020304" pitchFamily="18" charset="0"/>
                <a:ea typeface="Open Sans" pitchFamily="34" charset="-122"/>
                <a:cs typeface="Times New Roman" panose="02020603050405020304" pitchFamily="18" charset="0"/>
              </a:rPr>
              <a:t> account to access a wide range of features and functionalities. They can view their order history, track the status of their deliveries, manage their shipping and billing information, and even set personal preferences for their shopping experience. The user-friendly account dashboard allows customers to effortlessly navigate and customize their account settings to suit their individual needs.</a:t>
            </a:r>
            <a:endParaRPr lang="en-US" sz="1800" dirty="0">
              <a:latin typeface="Times New Roman" panose="02020603050405020304" pitchFamily="18" charset="0"/>
              <a:cs typeface="Times New Roman" panose="02020603050405020304" pitchFamily="18" charset="0"/>
            </a:endParaRPr>
          </a:p>
          <a:p>
            <a:endParaRPr lang="en-IN" dirty="0"/>
          </a:p>
        </p:txBody>
      </p:sp>
      <p:pic>
        <p:nvPicPr>
          <p:cNvPr id="8" name="Picture 7">
            <a:extLst>
              <a:ext uri="{FF2B5EF4-FFF2-40B4-BE49-F238E27FC236}">
                <a16:creationId xmlns:a16="http://schemas.microsoft.com/office/drawing/2014/main" id="{5CDFE35E-C787-7274-9898-028ACB81F506}"/>
              </a:ext>
            </a:extLst>
          </p:cNvPr>
          <p:cNvPicPr>
            <a:picLocks noChangeAspect="1"/>
          </p:cNvPicPr>
          <p:nvPr/>
        </p:nvPicPr>
        <p:blipFill>
          <a:blip r:embed="rId2"/>
          <a:stretch>
            <a:fillRect/>
          </a:stretch>
        </p:blipFill>
        <p:spPr>
          <a:xfrm>
            <a:off x="160742" y="2367280"/>
            <a:ext cx="13870218" cy="5618480"/>
          </a:xfrm>
          <a:prstGeom prst="rect">
            <a:avLst/>
          </a:prstGeom>
        </p:spPr>
      </p:pic>
    </p:spTree>
    <p:extLst>
      <p:ext uri="{BB962C8B-B14F-4D97-AF65-F5344CB8AC3E}">
        <p14:creationId xmlns:p14="http://schemas.microsoft.com/office/powerpoint/2010/main" val="13970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09B6A23-32D9-5184-F48E-7FFC9E3B6A76}"/>
              </a:ext>
            </a:extLst>
          </p:cNvPr>
          <p:cNvPicPr>
            <a:picLocks noGrp="1" noChangeAspect="1"/>
          </p:cNvPicPr>
          <p:nvPr>
            <p:ph idx="1"/>
          </p:nvPr>
        </p:nvPicPr>
        <p:blipFill>
          <a:blip r:embed="rId2"/>
          <a:stretch>
            <a:fillRect/>
          </a:stretch>
        </p:blipFill>
        <p:spPr/>
      </p:pic>
      <p:sp>
        <p:nvSpPr>
          <p:cNvPr id="3" name="Title 2">
            <a:extLst>
              <a:ext uri="{FF2B5EF4-FFF2-40B4-BE49-F238E27FC236}">
                <a16:creationId xmlns:a16="http://schemas.microsoft.com/office/drawing/2014/main" id="{5910CEF5-71DA-6FEC-C6D1-D7CED832EEC7}"/>
              </a:ext>
            </a:extLst>
          </p:cNvPr>
          <p:cNvSpPr>
            <a:spLocks noGrp="1"/>
          </p:cNvSpPr>
          <p:nvPr>
            <p:ph type="title"/>
          </p:nvPr>
        </p:nvSpPr>
        <p:spPr/>
        <p:txBody>
          <a:bodyPr/>
          <a:lstStyle/>
          <a:p>
            <a:endParaRPr lang="en-IN" dirty="0"/>
          </a:p>
        </p:txBody>
      </p:sp>
      <p:pic>
        <p:nvPicPr>
          <p:cNvPr id="5" name="Picture 4">
            <a:extLst>
              <a:ext uri="{FF2B5EF4-FFF2-40B4-BE49-F238E27FC236}">
                <a16:creationId xmlns:a16="http://schemas.microsoft.com/office/drawing/2014/main" id="{E518EA84-8016-CDAB-DFE0-B8BFE59458F0}"/>
              </a:ext>
            </a:extLst>
          </p:cNvPr>
          <p:cNvPicPr>
            <a:picLocks noChangeAspect="1"/>
          </p:cNvPicPr>
          <p:nvPr/>
        </p:nvPicPr>
        <p:blipFill>
          <a:blip r:embed="rId3"/>
          <a:stretch>
            <a:fillRect/>
          </a:stretch>
        </p:blipFill>
        <p:spPr>
          <a:xfrm>
            <a:off x="0" y="3765633"/>
            <a:ext cx="14386560" cy="1318655"/>
          </a:xfrm>
          <a:prstGeom prst="rect">
            <a:avLst/>
          </a:prstGeom>
        </p:spPr>
      </p:pic>
      <p:pic>
        <p:nvPicPr>
          <p:cNvPr id="9" name="Picture 8">
            <a:extLst>
              <a:ext uri="{FF2B5EF4-FFF2-40B4-BE49-F238E27FC236}">
                <a16:creationId xmlns:a16="http://schemas.microsoft.com/office/drawing/2014/main" id="{A15D011B-9FAD-DD19-410D-16728046C21A}"/>
              </a:ext>
            </a:extLst>
          </p:cNvPr>
          <p:cNvPicPr>
            <a:picLocks noChangeAspect="1"/>
          </p:cNvPicPr>
          <p:nvPr/>
        </p:nvPicPr>
        <p:blipFill>
          <a:blip r:embed="rId2"/>
          <a:stretch>
            <a:fillRect/>
          </a:stretch>
        </p:blipFill>
        <p:spPr>
          <a:xfrm>
            <a:off x="5842000" y="352894"/>
            <a:ext cx="2702560" cy="2482257"/>
          </a:xfrm>
          <a:prstGeom prst="rect">
            <a:avLst/>
          </a:prstGeom>
        </p:spPr>
      </p:pic>
      <p:pic>
        <p:nvPicPr>
          <p:cNvPr id="11" name="Picture 10">
            <a:extLst>
              <a:ext uri="{FF2B5EF4-FFF2-40B4-BE49-F238E27FC236}">
                <a16:creationId xmlns:a16="http://schemas.microsoft.com/office/drawing/2014/main" id="{867228FE-2190-18D9-F39D-05B7A90B24BB}"/>
              </a:ext>
            </a:extLst>
          </p:cNvPr>
          <p:cNvPicPr>
            <a:picLocks noChangeAspect="1"/>
          </p:cNvPicPr>
          <p:nvPr/>
        </p:nvPicPr>
        <p:blipFill rotWithShape="1">
          <a:blip r:embed="rId4"/>
          <a:srcRect l="30500" r="26771"/>
          <a:stretch/>
        </p:blipFill>
        <p:spPr>
          <a:xfrm>
            <a:off x="7762240" y="5084288"/>
            <a:ext cx="5821680" cy="2526825"/>
          </a:xfrm>
          <a:prstGeom prst="rect">
            <a:avLst/>
          </a:prstGeom>
        </p:spPr>
      </p:pic>
      <p:sp>
        <p:nvSpPr>
          <p:cNvPr id="13" name="TextBox 12">
            <a:extLst>
              <a:ext uri="{FF2B5EF4-FFF2-40B4-BE49-F238E27FC236}">
                <a16:creationId xmlns:a16="http://schemas.microsoft.com/office/drawing/2014/main" id="{A281FF8E-8573-5A4C-9647-D6CE5A5924FE}"/>
              </a:ext>
            </a:extLst>
          </p:cNvPr>
          <p:cNvSpPr txBox="1"/>
          <p:nvPr/>
        </p:nvSpPr>
        <p:spPr>
          <a:xfrm>
            <a:off x="3937000" y="1026160"/>
            <a:ext cx="1757680" cy="707886"/>
          </a:xfrm>
          <a:prstGeom prst="rect">
            <a:avLst/>
          </a:prstGeom>
          <a:noFill/>
        </p:spPr>
        <p:txBody>
          <a:bodyPr wrap="square" rtlCol="0">
            <a:spAutoFit/>
          </a:bodyPr>
          <a:lstStyle/>
          <a:p>
            <a:r>
              <a:rPr lang="en-IN" sz="4000" dirty="0">
                <a:solidFill>
                  <a:schemeClr val="accent2">
                    <a:lumMod val="50000"/>
                  </a:schemeClr>
                </a:solidFill>
                <a:latin typeface="Times New Roman" panose="02020603050405020304" pitchFamily="18" charset="0"/>
                <a:cs typeface="Times New Roman" panose="02020603050405020304" pitchFamily="18" charset="0"/>
              </a:rPr>
              <a:t>Logo:</a:t>
            </a:r>
          </a:p>
        </p:txBody>
      </p:sp>
      <p:sp>
        <p:nvSpPr>
          <p:cNvPr id="14" name="TextBox 13">
            <a:extLst>
              <a:ext uri="{FF2B5EF4-FFF2-40B4-BE49-F238E27FC236}">
                <a16:creationId xmlns:a16="http://schemas.microsoft.com/office/drawing/2014/main" id="{3753F736-645A-7966-6FB8-7DA880EEC229}"/>
              </a:ext>
            </a:extLst>
          </p:cNvPr>
          <p:cNvSpPr txBox="1"/>
          <p:nvPr/>
        </p:nvSpPr>
        <p:spPr>
          <a:xfrm>
            <a:off x="650240" y="2805182"/>
            <a:ext cx="2885440" cy="707886"/>
          </a:xfrm>
          <a:prstGeom prst="rect">
            <a:avLst/>
          </a:prstGeom>
          <a:noFill/>
        </p:spPr>
        <p:txBody>
          <a:bodyPr wrap="square" rtlCol="0">
            <a:spAutoFit/>
          </a:bodyPr>
          <a:lstStyle/>
          <a:p>
            <a:r>
              <a:rPr lang="en-IN" sz="4000" dirty="0">
                <a:solidFill>
                  <a:schemeClr val="accent2">
                    <a:lumMod val="50000"/>
                  </a:schemeClr>
                </a:solidFill>
              </a:rPr>
              <a:t>Navbar:</a:t>
            </a:r>
          </a:p>
        </p:txBody>
      </p:sp>
      <p:sp>
        <p:nvSpPr>
          <p:cNvPr id="15" name="TextBox 14">
            <a:extLst>
              <a:ext uri="{FF2B5EF4-FFF2-40B4-BE49-F238E27FC236}">
                <a16:creationId xmlns:a16="http://schemas.microsoft.com/office/drawing/2014/main" id="{63415BA6-324E-C20E-D79E-9284B08F872A}"/>
              </a:ext>
            </a:extLst>
          </p:cNvPr>
          <p:cNvSpPr txBox="1"/>
          <p:nvPr/>
        </p:nvSpPr>
        <p:spPr>
          <a:xfrm>
            <a:off x="5913120" y="6522720"/>
            <a:ext cx="2092960" cy="707886"/>
          </a:xfrm>
          <a:prstGeom prst="rect">
            <a:avLst/>
          </a:prstGeom>
          <a:noFill/>
        </p:spPr>
        <p:txBody>
          <a:bodyPr wrap="square" rtlCol="0">
            <a:spAutoFit/>
          </a:bodyPr>
          <a:lstStyle/>
          <a:p>
            <a:r>
              <a:rPr lang="en-IN" sz="4000" dirty="0">
                <a:solidFill>
                  <a:schemeClr val="accent2">
                    <a:lumMod val="50000"/>
                  </a:schemeClr>
                </a:solidFill>
              </a:rPr>
              <a:t>Footer:</a:t>
            </a:r>
          </a:p>
        </p:txBody>
      </p:sp>
    </p:spTree>
    <p:extLst>
      <p:ext uri="{BB962C8B-B14F-4D97-AF65-F5344CB8AC3E}">
        <p14:creationId xmlns:p14="http://schemas.microsoft.com/office/powerpoint/2010/main" val="3990462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EFE36F-03FD-2909-27C6-479E8B4FE5A7}"/>
              </a:ext>
            </a:extLst>
          </p:cNvPr>
          <p:cNvSpPr>
            <a:spLocks noGrp="1"/>
          </p:cNvSpPr>
          <p:nvPr>
            <p:ph idx="1"/>
          </p:nvPr>
        </p:nvSpPr>
        <p:spPr/>
        <p:txBody>
          <a:bodyPr/>
          <a:lstStyle/>
          <a:p>
            <a:pPr marL="0" indent="0">
              <a:buNone/>
            </a:pPr>
            <a:endParaRPr lang="en-IN" dirty="0"/>
          </a:p>
        </p:txBody>
      </p:sp>
      <p:sp>
        <p:nvSpPr>
          <p:cNvPr id="3" name="Title 2">
            <a:extLst>
              <a:ext uri="{FF2B5EF4-FFF2-40B4-BE49-F238E27FC236}">
                <a16:creationId xmlns:a16="http://schemas.microsoft.com/office/drawing/2014/main" id="{83172BEA-783A-5A37-7126-5563B18A3ACA}"/>
              </a:ext>
            </a:extLst>
          </p:cNvPr>
          <p:cNvSpPr>
            <a:spLocks noGrp="1"/>
          </p:cNvSpPr>
          <p:nvPr>
            <p:ph type="title"/>
          </p:nvPr>
        </p:nvSpPr>
        <p:spPr/>
        <p:txBody>
          <a:bodyPr/>
          <a:lstStyle/>
          <a:p>
            <a:endParaRPr lang="en-IN" dirty="0"/>
          </a:p>
        </p:txBody>
      </p:sp>
      <p:sp>
        <p:nvSpPr>
          <p:cNvPr id="5" name="TextBox 4">
            <a:extLst>
              <a:ext uri="{FF2B5EF4-FFF2-40B4-BE49-F238E27FC236}">
                <a16:creationId xmlns:a16="http://schemas.microsoft.com/office/drawing/2014/main" id="{1FD4B9B2-8029-2A43-8C26-496DB59DF586}"/>
              </a:ext>
            </a:extLst>
          </p:cNvPr>
          <p:cNvSpPr txBox="1"/>
          <p:nvPr/>
        </p:nvSpPr>
        <p:spPr>
          <a:xfrm>
            <a:off x="619760" y="2552908"/>
            <a:ext cx="11948160" cy="3892861"/>
          </a:xfrm>
          <a:prstGeom prst="rect">
            <a:avLst/>
          </a:prstGeom>
          <a:noFill/>
        </p:spPr>
        <p:txBody>
          <a:bodyPr wrap="square">
            <a:spAutoFit/>
          </a:bodyPr>
          <a:lstStyle/>
          <a:p>
            <a:pPr marL="914400" lvl="1" indent="-457200" algn="just">
              <a:lnSpc>
                <a:spcPct val="150000"/>
              </a:lnSpc>
              <a:buFont typeface="Wingdings" panose="05000000000000000000" pitchFamily="2" charset="2"/>
              <a:buChar char="q"/>
            </a:pPr>
            <a:r>
              <a:rPr lang="en-US" sz="2800" b="1" dirty="0">
                <a:solidFill>
                  <a:srgbClr val="00B0F0"/>
                </a:solidFill>
                <a:latin typeface="Times New Roman" panose="02020603050405020304" pitchFamily="18" charset="0"/>
                <a:cs typeface="Times New Roman" panose="02020603050405020304" pitchFamily="18" charset="0"/>
              </a:rPr>
              <a:t>High quality product visuals: </a:t>
            </a:r>
            <a:r>
              <a:rPr lang="en-US" sz="2800" dirty="0">
                <a:latin typeface="Times New Roman" panose="02020603050405020304" pitchFamily="18" charset="0"/>
                <a:cs typeface="Times New Roman" panose="02020603050405020304" pitchFamily="18" charset="0"/>
              </a:rPr>
              <a:t>include </a:t>
            </a:r>
            <a:r>
              <a:rPr lang="en-US" sz="2800" dirty="0" err="1">
                <a:latin typeface="Times New Roman" panose="02020603050405020304" pitchFamily="18" charset="0"/>
                <a:cs typeface="Times New Roman" panose="02020603050405020304" pitchFamily="18" charset="0"/>
              </a:rPr>
              <a:t>images,videos,or</a:t>
            </a:r>
            <a:r>
              <a:rPr lang="en-US" sz="2800" dirty="0">
                <a:latin typeface="Times New Roman" panose="02020603050405020304" pitchFamily="18" charset="0"/>
                <a:cs typeface="Times New Roman" panose="02020603050405020304" pitchFamily="18" charset="0"/>
              </a:rPr>
              <a:t> interactive elements that showcase the product from different angles and in use.</a:t>
            </a:r>
            <a:endParaRPr lang="en-US" sz="2800" b="1" dirty="0">
              <a:latin typeface="Times New Roman" panose="02020603050405020304" pitchFamily="18" charset="0"/>
              <a:cs typeface="Times New Roman" panose="02020603050405020304" pitchFamily="18" charset="0"/>
            </a:endParaRPr>
          </a:p>
          <a:p>
            <a:pPr marL="914400" lvl="1" indent="-457200" algn="just">
              <a:lnSpc>
                <a:spcPct val="150000"/>
              </a:lnSpc>
              <a:buFont typeface="Wingdings" panose="05000000000000000000" pitchFamily="2" charset="2"/>
              <a:buChar char="q"/>
            </a:pPr>
            <a:r>
              <a:rPr lang="en-US" sz="2800" b="1" dirty="0">
                <a:solidFill>
                  <a:srgbClr val="00B0F0"/>
                </a:solidFill>
                <a:latin typeface="Times New Roman" panose="02020603050405020304" pitchFamily="18" charset="0"/>
                <a:cs typeface="Times New Roman" panose="02020603050405020304" pitchFamily="18" charset="0"/>
              </a:rPr>
              <a:t>Responsive design: </a:t>
            </a:r>
            <a:r>
              <a:rPr lang="en-US" sz="2800" dirty="0">
                <a:latin typeface="Times New Roman" panose="02020603050405020304" pitchFamily="18" charset="0"/>
                <a:cs typeface="Times New Roman" panose="02020603050405020304" pitchFamily="18" charset="0"/>
              </a:rPr>
              <a:t>Ensure the landing page is optimized for various devices and screen </a:t>
            </a:r>
            <a:r>
              <a:rPr lang="en-US" sz="2800" dirty="0" err="1">
                <a:latin typeface="Times New Roman" panose="02020603050405020304" pitchFamily="18" charset="0"/>
                <a:cs typeface="Times New Roman" panose="02020603050405020304" pitchFamily="18" charset="0"/>
              </a:rPr>
              <a:t>sizes,providing</a:t>
            </a:r>
            <a:r>
              <a:rPr lang="en-US" sz="2800" dirty="0">
                <a:latin typeface="Times New Roman" panose="02020603050405020304" pitchFamily="18" charset="0"/>
                <a:cs typeface="Times New Roman" panose="02020603050405020304" pitchFamily="18" charset="0"/>
              </a:rPr>
              <a:t> a seamless user experience.</a:t>
            </a:r>
            <a:endParaRPr lang="en-US" sz="2800" b="1" dirty="0">
              <a:latin typeface="Times New Roman" panose="02020603050405020304" pitchFamily="18" charset="0"/>
              <a:cs typeface="Times New Roman" panose="02020603050405020304" pitchFamily="18" charset="0"/>
            </a:endParaRPr>
          </a:p>
          <a:p>
            <a:pPr marL="914400" lvl="1" indent="-457200" algn="just">
              <a:lnSpc>
                <a:spcPct val="150000"/>
              </a:lnSpc>
              <a:buFont typeface="Wingdings" panose="05000000000000000000" pitchFamily="2" charset="2"/>
              <a:buChar char="q"/>
            </a:pPr>
            <a:r>
              <a:rPr lang="en-US" sz="2800" b="1" dirty="0">
                <a:solidFill>
                  <a:srgbClr val="00B0F0"/>
                </a:solidFill>
                <a:latin typeface="Times New Roman" panose="02020603050405020304" pitchFamily="18" charset="0"/>
                <a:cs typeface="Times New Roman" panose="02020603050405020304" pitchFamily="18" charset="0"/>
              </a:rPr>
              <a:t>Performance optimization: </a:t>
            </a:r>
            <a:r>
              <a:rPr lang="en-US" sz="2800" dirty="0">
                <a:latin typeface="Times New Roman" panose="02020603050405020304" pitchFamily="18" charset="0"/>
                <a:cs typeface="Times New Roman" panose="02020603050405020304" pitchFamily="18" charset="0"/>
              </a:rPr>
              <a:t>Continuously optimize the landing page for overall performance to provide a smooth user experience.</a:t>
            </a:r>
          </a:p>
        </p:txBody>
      </p:sp>
      <p:sp>
        <p:nvSpPr>
          <p:cNvPr id="6" name="TextBox 5">
            <a:extLst>
              <a:ext uri="{FF2B5EF4-FFF2-40B4-BE49-F238E27FC236}">
                <a16:creationId xmlns:a16="http://schemas.microsoft.com/office/drawing/2014/main" id="{8404F94F-2E70-95C3-BE51-BB742C226588}"/>
              </a:ext>
            </a:extLst>
          </p:cNvPr>
          <p:cNvSpPr txBox="1"/>
          <p:nvPr/>
        </p:nvSpPr>
        <p:spPr>
          <a:xfrm>
            <a:off x="1422400" y="1188727"/>
            <a:ext cx="5394960" cy="830997"/>
          </a:xfrm>
          <a:prstGeom prst="rect">
            <a:avLst/>
          </a:prstGeom>
          <a:noFill/>
        </p:spPr>
        <p:txBody>
          <a:bodyPr wrap="square" rtlCol="0">
            <a:spAutoFit/>
          </a:bodyPr>
          <a:lstStyle/>
          <a:p>
            <a:r>
              <a:rPr lang="en-IN" sz="4800" b="1" dirty="0">
                <a:solidFill>
                  <a:schemeClr val="accent5">
                    <a:lumMod val="75000"/>
                  </a:schemeClr>
                </a:solidFill>
                <a:latin typeface="Times New Roman" panose="02020603050405020304" pitchFamily="18" charset="0"/>
                <a:cs typeface="Times New Roman" panose="02020603050405020304" pitchFamily="18" charset="0"/>
              </a:rPr>
              <a:t>Key features</a:t>
            </a:r>
          </a:p>
        </p:txBody>
      </p:sp>
    </p:spTree>
    <p:extLst>
      <p:ext uri="{BB962C8B-B14F-4D97-AF65-F5344CB8AC3E}">
        <p14:creationId xmlns:p14="http://schemas.microsoft.com/office/powerpoint/2010/main" val="2579923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908313" y="1954560"/>
            <a:ext cx="11048337" cy="5431156"/>
          </a:xfrm>
        </p:spPr>
        <p:txBody>
          <a:bodyPr>
            <a:normAutofit/>
          </a:bodyPr>
          <a:lstStyle/>
          <a:p>
            <a:pPr marL="0" indent="0">
              <a:buNone/>
            </a:pPr>
            <a:r>
              <a:rPr lang="en-IN" sz="2880" dirty="0">
                <a:solidFill>
                  <a:srgbClr val="0070C0"/>
                </a:solidFill>
                <a:latin typeface="Times New Roman" panose="02020603050405020304" pitchFamily="18" charset="0"/>
                <a:cs typeface="Times New Roman" panose="02020603050405020304" pitchFamily="18" charset="0"/>
              </a:rPr>
              <a:t>P </a:t>
            </a:r>
            <a:r>
              <a:rPr lang="en-IN" sz="2880" dirty="0">
                <a:latin typeface="Times New Roman" panose="02020603050405020304" pitchFamily="18" charset="0"/>
                <a:cs typeface="Times New Roman" panose="02020603050405020304" pitchFamily="18" charset="0"/>
              </a:rPr>
              <a:t>- Prototype</a:t>
            </a:r>
          </a:p>
          <a:p>
            <a:pPr marL="0" indent="0">
              <a:buNone/>
            </a:pPr>
            <a:r>
              <a:rPr lang="en-IN" sz="2880" dirty="0">
                <a:solidFill>
                  <a:srgbClr val="FF0000"/>
                </a:solidFill>
                <a:latin typeface="Times New Roman" panose="02020603050405020304" pitchFamily="18" charset="0"/>
                <a:cs typeface="Times New Roman" panose="02020603050405020304" pitchFamily="18" charset="0"/>
              </a:rPr>
              <a:t>R </a:t>
            </a:r>
            <a:r>
              <a:rPr lang="en-IN" sz="2880" dirty="0">
                <a:latin typeface="Times New Roman" panose="02020603050405020304" pitchFamily="18" charset="0"/>
                <a:cs typeface="Times New Roman" panose="02020603050405020304" pitchFamily="18" charset="0"/>
              </a:rPr>
              <a:t>- Research</a:t>
            </a:r>
          </a:p>
          <a:p>
            <a:pPr marL="0" indent="0">
              <a:buNone/>
            </a:pPr>
            <a:r>
              <a:rPr lang="en-IN" sz="2880" dirty="0">
                <a:solidFill>
                  <a:schemeClr val="accent4">
                    <a:lumMod val="75000"/>
                  </a:schemeClr>
                </a:solidFill>
                <a:latin typeface="Times New Roman" panose="02020603050405020304" pitchFamily="18" charset="0"/>
                <a:cs typeface="Times New Roman" panose="02020603050405020304" pitchFamily="18" charset="0"/>
              </a:rPr>
              <a:t>O</a:t>
            </a:r>
            <a:r>
              <a:rPr lang="en-IN" sz="2880" dirty="0">
                <a:latin typeface="Times New Roman" panose="02020603050405020304" pitchFamily="18" charset="0"/>
                <a:cs typeface="Times New Roman" panose="02020603050405020304" pitchFamily="18" charset="0"/>
              </a:rPr>
              <a:t> - Optimize</a:t>
            </a:r>
          </a:p>
          <a:p>
            <a:pPr marL="0" indent="0">
              <a:buNone/>
            </a:pPr>
            <a:r>
              <a:rPr lang="en-IN" sz="2880" dirty="0">
                <a:solidFill>
                  <a:srgbClr val="92D050"/>
                </a:solidFill>
                <a:latin typeface="Times New Roman" panose="02020603050405020304" pitchFamily="18" charset="0"/>
                <a:cs typeface="Times New Roman" panose="02020603050405020304" pitchFamily="18" charset="0"/>
              </a:rPr>
              <a:t>D</a:t>
            </a:r>
            <a:r>
              <a:rPr lang="en-IN" sz="2880" dirty="0">
                <a:latin typeface="Times New Roman" panose="02020603050405020304" pitchFamily="18" charset="0"/>
                <a:cs typeface="Times New Roman" panose="02020603050405020304" pitchFamily="18" charset="0"/>
              </a:rPr>
              <a:t> - Develop</a:t>
            </a:r>
          </a:p>
          <a:p>
            <a:pPr marL="0" indent="0">
              <a:buNone/>
            </a:pPr>
            <a:r>
              <a:rPr lang="en-IN" sz="2880" dirty="0">
                <a:solidFill>
                  <a:srgbClr val="00B0F0"/>
                </a:solidFill>
                <a:latin typeface="Times New Roman" panose="02020603050405020304" pitchFamily="18" charset="0"/>
                <a:cs typeface="Times New Roman" panose="02020603050405020304" pitchFamily="18" charset="0"/>
              </a:rPr>
              <a:t>U</a:t>
            </a:r>
            <a:r>
              <a:rPr lang="en-IN" sz="2880" dirty="0">
                <a:latin typeface="Times New Roman" panose="02020603050405020304" pitchFamily="18" charset="0"/>
                <a:cs typeface="Times New Roman" panose="02020603050405020304" pitchFamily="18" charset="0"/>
              </a:rPr>
              <a:t> - Unveil</a:t>
            </a:r>
          </a:p>
          <a:p>
            <a:pPr marL="0" indent="0">
              <a:buNone/>
            </a:pPr>
            <a:r>
              <a:rPr lang="en-IN" sz="2880" dirty="0">
                <a:solidFill>
                  <a:srgbClr val="7030A0"/>
                </a:solidFill>
                <a:latin typeface="Times New Roman" panose="02020603050405020304" pitchFamily="18" charset="0"/>
                <a:cs typeface="Times New Roman" panose="02020603050405020304" pitchFamily="18" charset="0"/>
              </a:rPr>
              <a:t>C </a:t>
            </a:r>
            <a:r>
              <a:rPr lang="en-IN" sz="2880" dirty="0">
                <a:latin typeface="Times New Roman" panose="02020603050405020304" pitchFamily="18" charset="0"/>
                <a:cs typeface="Times New Roman" panose="02020603050405020304" pitchFamily="18" charset="0"/>
              </a:rPr>
              <a:t>- Create</a:t>
            </a:r>
          </a:p>
          <a:p>
            <a:pPr marL="0" indent="0">
              <a:buNone/>
            </a:pPr>
            <a:r>
              <a:rPr lang="en-IN" sz="2880" dirty="0">
                <a:solidFill>
                  <a:schemeClr val="accent2">
                    <a:lumMod val="75000"/>
                  </a:schemeClr>
                </a:solidFill>
                <a:latin typeface="Times New Roman" panose="02020603050405020304" pitchFamily="18" charset="0"/>
                <a:cs typeface="Times New Roman" panose="02020603050405020304" pitchFamily="18" charset="0"/>
              </a:rPr>
              <a:t>T</a:t>
            </a:r>
            <a:r>
              <a:rPr lang="en-IN" sz="2880" dirty="0">
                <a:latin typeface="Times New Roman" panose="02020603050405020304" pitchFamily="18" charset="0"/>
                <a:cs typeface="Times New Roman" panose="02020603050405020304" pitchFamily="18" charset="0"/>
              </a:rPr>
              <a:t> - Test</a:t>
            </a:r>
          </a:p>
          <a:p>
            <a:pPr marL="0" indent="0">
              <a:buNone/>
            </a:pPr>
            <a:r>
              <a:rPr lang="en-IN" sz="2880" dirty="0">
                <a:solidFill>
                  <a:schemeClr val="accent5">
                    <a:lumMod val="50000"/>
                  </a:schemeClr>
                </a:solidFill>
                <a:latin typeface="Times New Roman" panose="02020603050405020304" pitchFamily="18" charset="0"/>
                <a:cs typeface="Times New Roman" panose="02020603050405020304" pitchFamily="18" charset="0"/>
              </a:rPr>
              <a:t>I </a:t>
            </a:r>
            <a:r>
              <a:rPr lang="en-IN" sz="2880" dirty="0">
                <a:latin typeface="Times New Roman" panose="02020603050405020304" pitchFamily="18" charset="0"/>
                <a:cs typeface="Times New Roman" panose="02020603050405020304" pitchFamily="18" charset="0"/>
              </a:rPr>
              <a:t>- Iterate</a:t>
            </a:r>
          </a:p>
          <a:p>
            <a:pPr marL="0" indent="0">
              <a:buNone/>
            </a:pPr>
            <a:r>
              <a:rPr lang="en-IN" sz="2880" dirty="0">
                <a:solidFill>
                  <a:srgbClr val="00B050"/>
                </a:solidFill>
                <a:latin typeface="Times New Roman" panose="02020603050405020304" pitchFamily="18" charset="0"/>
                <a:cs typeface="Times New Roman" panose="02020603050405020304" pitchFamily="18" charset="0"/>
              </a:rPr>
              <a:t>F </a:t>
            </a:r>
            <a:r>
              <a:rPr lang="en-IN" sz="2880" dirty="0">
                <a:latin typeface="Times New Roman" panose="02020603050405020304" pitchFamily="18" charset="0"/>
                <a:cs typeface="Times New Roman" panose="02020603050405020304" pitchFamily="18" charset="0"/>
              </a:rPr>
              <a:t>- Finalize</a:t>
            </a:r>
          </a:p>
          <a:p>
            <a:pPr marL="0" indent="0">
              <a:buNone/>
            </a:pPr>
            <a:r>
              <a:rPr lang="en-IN" sz="2880" dirty="0">
                <a:solidFill>
                  <a:srgbClr val="D00000"/>
                </a:solidFill>
                <a:latin typeface="Times New Roman" panose="02020603050405020304" pitchFamily="18" charset="0"/>
                <a:cs typeface="Times New Roman" panose="02020603050405020304" pitchFamily="18" charset="0"/>
              </a:rPr>
              <a:t>Y</a:t>
            </a:r>
            <a:r>
              <a:rPr lang="en-IN" sz="2880" dirty="0">
                <a:solidFill>
                  <a:srgbClr val="000000"/>
                </a:solidFill>
                <a:latin typeface="Times New Roman" panose="02020603050405020304" pitchFamily="18" charset="0"/>
                <a:cs typeface="Times New Roman" panose="02020603050405020304" pitchFamily="18" charset="0"/>
              </a:rPr>
              <a:t> </a:t>
            </a:r>
            <a:r>
              <a:rPr lang="en-IN" sz="2880" dirty="0">
                <a:latin typeface="Times New Roman" panose="02020603050405020304" pitchFamily="18" charset="0"/>
                <a:cs typeface="Times New Roman" panose="02020603050405020304" pitchFamily="18" charset="0"/>
              </a:rPr>
              <a:t>- Yield</a:t>
            </a:r>
            <a:endParaRPr lang="en-US" sz="2880" b="1"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Autofit/>
          </a:bodyPr>
          <a:lstStyle/>
          <a:p>
            <a:pPr algn="ctr"/>
            <a:r>
              <a:rPr lang="en-US" sz="4320" dirty="0">
                <a:latin typeface="Times New Roman" panose="02020603050405020304" pitchFamily="18" charset="0"/>
                <a:cs typeface="Times New Roman" panose="02020603050405020304" pitchFamily="18" charset="0"/>
              </a:rPr>
              <a:t>                </a:t>
            </a:r>
            <a:endParaRPr lang="en-IN" sz="432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DC409BC-7ED3-DF6B-12BD-33E59DCD3110}"/>
              </a:ext>
            </a:extLst>
          </p:cNvPr>
          <p:cNvSpPr txBox="1"/>
          <p:nvPr/>
        </p:nvSpPr>
        <p:spPr>
          <a:xfrm>
            <a:off x="1699591" y="843884"/>
            <a:ext cx="10386392" cy="584775"/>
          </a:xfrm>
          <a:prstGeom prst="rect">
            <a:avLst/>
          </a:prstGeom>
          <a:noFill/>
        </p:spPr>
        <p:txBody>
          <a:bodyPr wrap="square" rtlCol="0">
            <a:spAutoFit/>
          </a:bodyPr>
          <a:lstStyle/>
          <a:p>
            <a:r>
              <a:rPr lang="en-US" sz="3200" dirty="0">
                <a:solidFill>
                  <a:srgbClr val="00B0F0"/>
                </a:solidFill>
                <a:latin typeface="Times New Roman" panose="02020603050405020304" pitchFamily="18" charset="0"/>
                <a:cs typeface="Times New Roman" panose="02020603050405020304" pitchFamily="18" charset="0"/>
              </a:rPr>
              <a:t>The Product Development Journey: From Prototype to Yield</a:t>
            </a:r>
            <a:endParaRPr lang="en-IN" sz="3200" dirty="0">
              <a:solidFill>
                <a:srgbClr val="00B0F0"/>
              </a:solidFill>
            </a:endParaRPr>
          </a:p>
        </p:txBody>
      </p:sp>
    </p:spTree>
    <p:extLst>
      <p:ext uri="{BB962C8B-B14F-4D97-AF65-F5344CB8AC3E}">
        <p14:creationId xmlns:p14="http://schemas.microsoft.com/office/powerpoint/2010/main" val="4095255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E858E1-9BE3-6729-1493-6260A9BCA61F}"/>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8CE36D89-D6F3-EC75-8C6D-FDC91EA3A3C0}"/>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510CFBC0-1719-C48B-23C9-EEBE1B401D37}"/>
              </a:ext>
            </a:extLst>
          </p:cNvPr>
          <p:cNvPicPr>
            <a:picLocks noChangeAspect="1"/>
          </p:cNvPicPr>
          <p:nvPr/>
        </p:nvPicPr>
        <p:blipFill>
          <a:blip r:embed="rId2"/>
          <a:stretch>
            <a:fillRect/>
          </a:stretch>
        </p:blipFill>
        <p:spPr>
          <a:xfrm>
            <a:off x="0" y="1767840"/>
            <a:ext cx="11328400" cy="6195082"/>
          </a:xfrm>
          <a:prstGeom prst="rect">
            <a:avLst/>
          </a:prstGeom>
        </p:spPr>
      </p:pic>
      <p:sp>
        <p:nvSpPr>
          <p:cNvPr id="6" name="TextBox 5">
            <a:extLst>
              <a:ext uri="{FF2B5EF4-FFF2-40B4-BE49-F238E27FC236}">
                <a16:creationId xmlns:a16="http://schemas.microsoft.com/office/drawing/2014/main" id="{B5B10FEA-78B3-4ACA-4482-4231FD150921}"/>
              </a:ext>
            </a:extLst>
          </p:cNvPr>
          <p:cNvSpPr txBox="1"/>
          <p:nvPr/>
        </p:nvSpPr>
        <p:spPr>
          <a:xfrm>
            <a:off x="904240" y="904240"/>
            <a:ext cx="5659120" cy="523220"/>
          </a:xfrm>
          <a:prstGeom prst="rect">
            <a:avLst/>
          </a:prstGeom>
          <a:noFill/>
        </p:spPr>
        <p:txBody>
          <a:bodyPr wrap="square" rtlCol="0">
            <a:spAutoFit/>
          </a:bodyPr>
          <a:lstStyle/>
          <a:p>
            <a:r>
              <a:rPr lang="en-IN" sz="2800" dirty="0">
                <a:solidFill>
                  <a:schemeClr val="accent5">
                    <a:lumMod val="75000"/>
                  </a:schemeClr>
                </a:solidFill>
                <a:latin typeface="Times New Roman" panose="02020603050405020304" pitchFamily="18" charset="0"/>
                <a:cs typeface="Times New Roman" panose="02020603050405020304" pitchFamily="18" charset="0"/>
              </a:rPr>
              <a:t>Home page</a:t>
            </a:r>
          </a:p>
        </p:txBody>
      </p:sp>
      <p:pic>
        <p:nvPicPr>
          <p:cNvPr id="8" name="Picture 7">
            <a:extLst>
              <a:ext uri="{FF2B5EF4-FFF2-40B4-BE49-F238E27FC236}">
                <a16:creationId xmlns:a16="http://schemas.microsoft.com/office/drawing/2014/main" id="{27B97707-4A2B-B054-A6FE-59EA8252CF3E}"/>
              </a:ext>
            </a:extLst>
          </p:cNvPr>
          <p:cNvPicPr>
            <a:picLocks noChangeAspect="1"/>
          </p:cNvPicPr>
          <p:nvPr/>
        </p:nvPicPr>
        <p:blipFill>
          <a:blip r:embed="rId3"/>
          <a:stretch>
            <a:fillRect/>
          </a:stretch>
        </p:blipFill>
        <p:spPr>
          <a:xfrm>
            <a:off x="11129045" y="0"/>
            <a:ext cx="3501355" cy="8229600"/>
          </a:xfrm>
          <a:prstGeom prst="rect">
            <a:avLst/>
          </a:prstGeom>
        </p:spPr>
      </p:pic>
    </p:spTree>
    <p:extLst>
      <p:ext uri="{BB962C8B-B14F-4D97-AF65-F5344CB8AC3E}">
        <p14:creationId xmlns:p14="http://schemas.microsoft.com/office/powerpoint/2010/main" val="1011464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908EB0-8B02-347A-0F32-EB26F79C813E}"/>
              </a:ext>
            </a:extLst>
          </p:cNvPr>
          <p:cNvSpPr>
            <a:spLocks noGrp="1"/>
          </p:cNvSpPr>
          <p:nvPr>
            <p:ph idx="1"/>
          </p:nvPr>
        </p:nvSpPr>
        <p:spPr/>
        <p:txBody>
          <a:bodyPr/>
          <a:lstStyle/>
          <a:p>
            <a:endParaRPr lang="en-IN" dirty="0"/>
          </a:p>
        </p:txBody>
      </p:sp>
      <p:sp>
        <p:nvSpPr>
          <p:cNvPr id="3" name="Title 2">
            <a:extLst>
              <a:ext uri="{FF2B5EF4-FFF2-40B4-BE49-F238E27FC236}">
                <a16:creationId xmlns:a16="http://schemas.microsoft.com/office/drawing/2014/main" id="{7324D881-6697-A178-B289-CE469F380380}"/>
              </a:ext>
            </a:extLst>
          </p:cNvPr>
          <p:cNvSpPr>
            <a:spLocks noGrp="1"/>
          </p:cNvSpPr>
          <p:nvPr>
            <p:ph type="title"/>
          </p:nvPr>
        </p:nvSpPr>
        <p:spPr/>
        <p:txBody>
          <a:bodyPr/>
          <a:lstStyle/>
          <a:p>
            <a:endParaRPr lang="en-IN" dirty="0"/>
          </a:p>
        </p:txBody>
      </p:sp>
      <p:pic>
        <p:nvPicPr>
          <p:cNvPr id="5" name="Picture 4">
            <a:extLst>
              <a:ext uri="{FF2B5EF4-FFF2-40B4-BE49-F238E27FC236}">
                <a16:creationId xmlns:a16="http://schemas.microsoft.com/office/drawing/2014/main" id="{53DDD374-C2BD-FE9E-42DB-C31EAEDE47CE}"/>
              </a:ext>
            </a:extLst>
          </p:cNvPr>
          <p:cNvPicPr>
            <a:picLocks noChangeAspect="1"/>
          </p:cNvPicPr>
          <p:nvPr/>
        </p:nvPicPr>
        <p:blipFill>
          <a:blip r:embed="rId2"/>
          <a:stretch>
            <a:fillRect/>
          </a:stretch>
        </p:blipFill>
        <p:spPr>
          <a:xfrm>
            <a:off x="111760" y="619760"/>
            <a:ext cx="8839200" cy="7553256"/>
          </a:xfrm>
          <a:prstGeom prst="rect">
            <a:avLst/>
          </a:prstGeom>
        </p:spPr>
      </p:pic>
      <p:sp>
        <p:nvSpPr>
          <p:cNvPr id="6" name="TextBox 5">
            <a:extLst>
              <a:ext uri="{FF2B5EF4-FFF2-40B4-BE49-F238E27FC236}">
                <a16:creationId xmlns:a16="http://schemas.microsoft.com/office/drawing/2014/main" id="{1E7878A0-A774-5629-FEA7-51584FC6A929}"/>
              </a:ext>
            </a:extLst>
          </p:cNvPr>
          <p:cNvSpPr txBox="1"/>
          <p:nvPr/>
        </p:nvSpPr>
        <p:spPr>
          <a:xfrm>
            <a:off x="1432560" y="96540"/>
            <a:ext cx="3098800" cy="523220"/>
          </a:xfrm>
          <a:prstGeom prst="rect">
            <a:avLst/>
          </a:prstGeom>
          <a:noFill/>
        </p:spPr>
        <p:txBody>
          <a:bodyPr wrap="square" rtlCol="0">
            <a:spAutoFit/>
          </a:bodyPr>
          <a:lstStyle/>
          <a:p>
            <a:r>
              <a:rPr lang="en-IN" sz="2800" dirty="0" err="1">
                <a:solidFill>
                  <a:schemeClr val="accent5">
                    <a:lumMod val="75000"/>
                  </a:schemeClr>
                </a:solidFill>
                <a:latin typeface="Times New Roman" panose="02020603050405020304" pitchFamily="18" charset="0"/>
                <a:cs typeface="Times New Roman" panose="02020603050405020304" pitchFamily="18" charset="0"/>
              </a:rPr>
              <a:t>ProductDisplay.jsx</a:t>
            </a:r>
            <a:endParaRPr lang="en-IN" sz="2800" dirty="0">
              <a:solidFill>
                <a:schemeClr val="accent5">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1347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43472"/>
            <a:ext cx="14630400" cy="8229600"/>
          </a:xfrm>
          <a:prstGeom prst="rect">
            <a:avLst/>
          </a:prstGeom>
          <a:solidFill>
            <a:srgbClr val="FBFAFF"/>
          </a:solidFill>
          <a:ln/>
        </p:spPr>
      </p:sp>
      <p:sp>
        <p:nvSpPr>
          <p:cNvPr id="4" name="Text 2"/>
          <p:cNvSpPr/>
          <p:nvPr/>
        </p:nvSpPr>
        <p:spPr>
          <a:xfrm>
            <a:off x="2037993" y="629960"/>
            <a:ext cx="8477012" cy="694373"/>
          </a:xfrm>
          <a:prstGeom prst="rect">
            <a:avLst/>
          </a:prstGeom>
          <a:noFill/>
          <a:ln/>
        </p:spPr>
        <p:txBody>
          <a:bodyPr wrap="none" rtlCol="0" anchor="t"/>
          <a:lstStyle/>
          <a:p>
            <a:pPr marL="0" indent="0">
              <a:lnSpc>
                <a:spcPts val="5468"/>
              </a:lnSpc>
              <a:buNone/>
            </a:pPr>
            <a:r>
              <a:rPr lang="en-US" sz="4374" dirty="0">
                <a:solidFill>
                  <a:srgbClr val="5955EB"/>
                </a:solidFill>
                <a:latin typeface="Libre Baskerville" pitchFamily="34" charset="0"/>
                <a:ea typeface="Libre Baskerville" pitchFamily="34" charset="-122"/>
                <a:cs typeface="Libre Baskerville" pitchFamily="34" charset="-120"/>
              </a:rPr>
              <a:t>Product Catalog Management</a:t>
            </a:r>
            <a:endParaRPr lang="en-US" sz="4374" dirty="0"/>
          </a:p>
        </p:txBody>
      </p:sp>
      <p:sp>
        <p:nvSpPr>
          <p:cNvPr id="5" name="Text 3"/>
          <p:cNvSpPr/>
          <p:nvPr/>
        </p:nvSpPr>
        <p:spPr>
          <a:xfrm>
            <a:off x="2037993" y="1768673"/>
            <a:ext cx="10554414" cy="1918744"/>
          </a:xfrm>
          <a:prstGeom prst="rect">
            <a:avLst/>
          </a:prstGeom>
          <a:noFill/>
          <a:ln/>
        </p:spPr>
        <p:txBody>
          <a:bodyPr wrap="square" rtlCol="0" anchor="t"/>
          <a:lstStyle/>
          <a:p>
            <a:pPr marL="342900" indent="-342900">
              <a:lnSpc>
                <a:spcPct val="150000"/>
              </a:lnSpc>
              <a:buFont typeface="Arial" panose="020B0604020202020204" pitchFamily="34" charset="0"/>
              <a:buChar char="•"/>
            </a:pPr>
            <a:r>
              <a:rPr lang="en-US" sz="2000" dirty="0">
                <a:solidFill>
                  <a:srgbClr val="49495A"/>
                </a:solidFill>
                <a:latin typeface="Times New Roman" panose="02020603050405020304" pitchFamily="18" charset="0"/>
                <a:ea typeface="Open Sans" pitchFamily="34" charset="-122"/>
                <a:cs typeface="Times New Roman" panose="02020603050405020304" pitchFamily="18" charset="0"/>
              </a:rPr>
              <a:t>At the heart of the Productify e-commerce platform is a robust and flexible product catalog management system. This system allows merchants to effortlessly add, update, and organize their product offerings, ensuring customers have access to a comprehensive and up-to-date selection of apparel, accessories, and other fashion items.</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2037993" y="3807940"/>
            <a:ext cx="10554414" cy="2132409"/>
          </a:xfrm>
          <a:prstGeom prst="rect">
            <a:avLst/>
          </a:prstGeom>
          <a:noFill/>
          <a:ln/>
        </p:spPr>
        <p:txBody>
          <a:bodyPr wrap="square" rtlCol="0" anchor="t"/>
          <a:lstStyle/>
          <a:p>
            <a:pPr marL="342900" indent="-342900">
              <a:lnSpc>
                <a:spcPct val="150000"/>
              </a:lnSpc>
              <a:buFont typeface="Arial" panose="020B0604020202020204" pitchFamily="34" charset="0"/>
              <a:buChar char="•"/>
            </a:pPr>
            <a:r>
              <a:rPr lang="en-US" sz="2000" dirty="0">
                <a:solidFill>
                  <a:srgbClr val="49495A"/>
                </a:solidFill>
                <a:latin typeface="Times New Roman" panose="02020603050405020304" pitchFamily="18" charset="0"/>
                <a:ea typeface="Open Sans" pitchFamily="34" charset="-122"/>
                <a:cs typeface="Times New Roman" panose="02020603050405020304" pitchFamily="18" charset="0"/>
              </a:rPr>
              <a:t>The product catalog features detailed product pages showcasing high-quality images, thorough descriptions, pricing information, and size/color availability. Merchants can easily upload new product images, write compelling descriptions, and specify crucial details like SKUs, inventory levels, and shipping options. Advanced categorization and tagging tools make it simple to group products into intuitive collections, enabling customers to quickly navigate.</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3685EFD-A329-3BB7-5984-5C5BD8207828}"/>
              </a:ext>
            </a:extLst>
          </p:cNvPr>
          <p:cNvPicPr>
            <a:picLocks noGrp="1" noChangeAspect="1"/>
          </p:cNvPicPr>
          <p:nvPr>
            <p:ph idx="1"/>
          </p:nvPr>
        </p:nvPicPr>
        <p:blipFill>
          <a:blip r:embed="rId2"/>
          <a:stretch>
            <a:fillRect/>
          </a:stretch>
        </p:blipFill>
        <p:spPr/>
      </p:pic>
      <p:sp>
        <p:nvSpPr>
          <p:cNvPr id="3" name="Title 2">
            <a:extLst>
              <a:ext uri="{FF2B5EF4-FFF2-40B4-BE49-F238E27FC236}">
                <a16:creationId xmlns:a16="http://schemas.microsoft.com/office/drawing/2014/main" id="{05ADDC29-5F0F-599D-CC8A-61D6F6BE68C4}"/>
              </a:ext>
            </a:extLst>
          </p:cNvPr>
          <p:cNvSpPr>
            <a:spLocks noGrp="1"/>
          </p:cNvSpPr>
          <p:nvPr>
            <p:ph type="title"/>
          </p:nvPr>
        </p:nvSpPr>
        <p:spPr/>
        <p:txBody>
          <a:bodyPr/>
          <a:lstStyle/>
          <a:p>
            <a:endParaRPr lang="en-IN"/>
          </a:p>
        </p:txBody>
      </p:sp>
      <p:pic>
        <p:nvPicPr>
          <p:cNvPr id="7" name="Picture 6">
            <a:extLst>
              <a:ext uri="{FF2B5EF4-FFF2-40B4-BE49-F238E27FC236}">
                <a16:creationId xmlns:a16="http://schemas.microsoft.com/office/drawing/2014/main" id="{223DAAD4-7AF2-6C28-650A-61750C5CF565}"/>
              </a:ext>
            </a:extLst>
          </p:cNvPr>
          <p:cNvPicPr>
            <a:picLocks noChangeAspect="1"/>
          </p:cNvPicPr>
          <p:nvPr/>
        </p:nvPicPr>
        <p:blipFill>
          <a:blip r:embed="rId2"/>
          <a:stretch>
            <a:fillRect/>
          </a:stretch>
        </p:blipFill>
        <p:spPr>
          <a:xfrm>
            <a:off x="0" y="522051"/>
            <a:ext cx="14630400" cy="6782989"/>
          </a:xfrm>
          <a:prstGeom prst="rect">
            <a:avLst/>
          </a:prstGeom>
        </p:spPr>
      </p:pic>
    </p:spTree>
    <p:extLst>
      <p:ext uri="{BB962C8B-B14F-4D97-AF65-F5344CB8AC3E}">
        <p14:creationId xmlns:p14="http://schemas.microsoft.com/office/powerpoint/2010/main" val="4173605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291F28-3269-42A9-93AC-4D6087025263}"/>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5573A51E-9C64-5886-49CB-1019585C1EAA}"/>
              </a:ext>
            </a:extLst>
          </p:cNvPr>
          <p:cNvSpPr>
            <a:spLocks noGrp="1"/>
          </p:cNvSpPr>
          <p:nvPr>
            <p:ph type="title"/>
          </p:nvPr>
        </p:nvSpPr>
        <p:spPr/>
        <p:txBody>
          <a:bodyPr/>
          <a:lstStyle/>
          <a:p>
            <a:endParaRPr lang="en-IN"/>
          </a:p>
        </p:txBody>
      </p:sp>
      <p:pic>
        <p:nvPicPr>
          <p:cNvPr id="7" name="Picture 6">
            <a:extLst>
              <a:ext uri="{FF2B5EF4-FFF2-40B4-BE49-F238E27FC236}">
                <a16:creationId xmlns:a16="http://schemas.microsoft.com/office/drawing/2014/main" id="{B860CF93-EC6F-3883-04C4-CC6F7046F28C}"/>
              </a:ext>
            </a:extLst>
          </p:cNvPr>
          <p:cNvPicPr>
            <a:picLocks noChangeAspect="1"/>
          </p:cNvPicPr>
          <p:nvPr/>
        </p:nvPicPr>
        <p:blipFill>
          <a:blip r:embed="rId2"/>
          <a:stretch>
            <a:fillRect/>
          </a:stretch>
        </p:blipFill>
        <p:spPr>
          <a:xfrm>
            <a:off x="0" y="1910080"/>
            <a:ext cx="13736320" cy="6136640"/>
          </a:xfrm>
          <a:prstGeom prst="rect">
            <a:avLst/>
          </a:prstGeom>
        </p:spPr>
      </p:pic>
      <p:sp>
        <p:nvSpPr>
          <p:cNvPr id="8" name="TextBox 7">
            <a:extLst>
              <a:ext uri="{FF2B5EF4-FFF2-40B4-BE49-F238E27FC236}">
                <a16:creationId xmlns:a16="http://schemas.microsoft.com/office/drawing/2014/main" id="{EF3529F0-3FB5-97FB-3DC4-3DF9BA3D163B}"/>
              </a:ext>
            </a:extLst>
          </p:cNvPr>
          <p:cNvSpPr txBox="1"/>
          <p:nvPr/>
        </p:nvSpPr>
        <p:spPr>
          <a:xfrm>
            <a:off x="386080" y="690880"/>
            <a:ext cx="3616960" cy="646331"/>
          </a:xfrm>
          <a:prstGeom prst="rect">
            <a:avLst/>
          </a:prstGeom>
          <a:noFill/>
        </p:spPr>
        <p:txBody>
          <a:bodyPr wrap="square" rtlCol="0">
            <a:spAutoFit/>
          </a:bodyPr>
          <a:lstStyle/>
          <a:p>
            <a:r>
              <a:rPr lang="en-IN" sz="3600" dirty="0">
                <a:solidFill>
                  <a:srgbClr val="00B0F0"/>
                </a:solidFill>
              </a:rPr>
              <a:t>Admin Panel</a:t>
            </a:r>
          </a:p>
        </p:txBody>
      </p:sp>
      <p:sp>
        <p:nvSpPr>
          <p:cNvPr id="9" name="TextBox 8">
            <a:extLst>
              <a:ext uri="{FF2B5EF4-FFF2-40B4-BE49-F238E27FC236}">
                <a16:creationId xmlns:a16="http://schemas.microsoft.com/office/drawing/2014/main" id="{D71D298D-12F7-1B84-B1E6-8A14D6F068E2}"/>
              </a:ext>
            </a:extLst>
          </p:cNvPr>
          <p:cNvSpPr txBox="1"/>
          <p:nvPr/>
        </p:nvSpPr>
        <p:spPr>
          <a:xfrm>
            <a:off x="4074160" y="416560"/>
            <a:ext cx="8829040" cy="87357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Add/Edit Products:</a:t>
            </a:r>
            <a:r>
              <a:rPr lang="en-US" dirty="0">
                <a:latin typeface="Times New Roman" panose="02020603050405020304" pitchFamily="18" charset="0"/>
                <a:cs typeface="Times New Roman" panose="02020603050405020304" pitchFamily="18" charset="0"/>
              </a:rPr>
              <a:t> Add new products, update details of existing products, and manage product descriptions, pricing, and images.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7906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
        <p:nvSpPr>
          <p:cNvPr id="4" name="Text 2"/>
          <p:cNvSpPr/>
          <p:nvPr/>
        </p:nvSpPr>
        <p:spPr>
          <a:xfrm>
            <a:off x="2525792" y="555069"/>
            <a:ext cx="5041463" cy="630079"/>
          </a:xfrm>
          <a:prstGeom prst="rect">
            <a:avLst/>
          </a:prstGeom>
          <a:noFill/>
          <a:ln/>
        </p:spPr>
        <p:txBody>
          <a:bodyPr wrap="none" rtlCol="0" anchor="t"/>
          <a:lstStyle/>
          <a:p>
            <a:pPr marL="0" indent="0">
              <a:lnSpc>
                <a:spcPts val="4962"/>
              </a:lnSpc>
              <a:buNone/>
            </a:pPr>
            <a:r>
              <a:rPr lang="en-US" sz="3970" dirty="0">
                <a:solidFill>
                  <a:srgbClr val="5955EB"/>
                </a:solidFill>
                <a:latin typeface="Libre Baskerville" pitchFamily="34" charset="0"/>
                <a:ea typeface="Libre Baskerville" pitchFamily="34" charset="-122"/>
                <a:cs typeface="Libre Baskerville" pitchFamily="34" charset="-120"/>
              </a:rPr>
              <a:t>Website Features</a:t>
            </a:r>
            <a:endParaRPr lang="en-US" sz="3970" dirty="0"/>
          </a:p>
        </p:txBody>
      </p:sp>
      <p:pic>
        <p:nvPicPr>
          <p:cNvPr id="5" name="Image 0"/>
          <p:cNvPicPr>
            <a:picLocks noChangeAspect="1"/>
          </p:cNvPicPr>
          <p:nvPr/>
        </p:nvPicPr>
        <p:blipFill>
          <a:blip r:embed="rId3"/>
          <a:srcRect/>
          <a:stretch/>
        </p:blipFill>
        <p:spPr>
          <a:xfrm>
            <a:off x="2525792" y="1719261"/>
            <a:ext cx="2991326" cy="1586987"/>
          </a:xfrm>
          <a:prstGeom prst="rect">
            <a:avLst/>
          </a:prstGeom>
        </p:spPr>
      </p:pic>
      <p:sp>
        <p:nvSpPr>
          <p:cNvPr id="6" name="Text 3"/>
          <p:cNvSpPr/>
          <p:nvPr/>
        </p:nvSpPr>
        <p:spPr>
          <a:xfrm>
            <a:off x="2525792" y="3689152"/>
            <a:ext cx="2584371" cy="315039"/>
          </a:xfrm>
          <a:prstGeom prst="rect">
            <a:avLst/>
          </a:prstGeom>
          <a:noFill/>
          <a:ln/>
        </p:spPr>
        <p:txBody>
          <a:bodyPr wrap="none" rtlCol="0" anchor="t"/>
          <a:lstStyle/>
          <a:p>
            <a:pPr marL="0" indent="0" algn="l">
              <a:lnSpc>
                <a:spcPts val="2481"/>
              </a:lnSpc>
              <a:buNone/>
            </a:pPr>
            <a:r>
              <a:rPr lang="en-US" sz="1985" dirty="0">
                <a:solidFill>
                  <a:srgbClr val="5955EB"/>
                </a:solidFill>
                <a:latin typeface="Libre Baskerville" pitchFamily="34" charset="0"/>
                <a:ea typeface="Libre Baskerville" pitchFamily="34" charset="-122"/>
                <a:cs typeface="Libre Baskerville" pitchFamily="34" charset="-120"/>
              </a:rPr>
              <a:t>Intuitive Homepage</a:t>
            </a:r>
            <a:endParaRPr lang="en-US" sz="1985" dirty="0"/>
          </a:p>
        </p:txBody>
      </p:sp>
      <p:sp>
        <p:nvSpPr>
          <p:cNvPr id="7" name="Text 4"/>
          <p:cNvSpPr/>
          <p:nvPr/>
        </p:nvSpPr>
        <p:spPr>
          <a:xfrm>
            <a:off x="2525792" y="4125158"/>
            <a:ext cx="2991326" cy="2903934"/>
          </a:xfrm>
          <a:prstGeom prst="rect">
            <a:avLst/>
          </a:prstGeom>
          <a:noFill/>
          <a:ln/>
        </p:spPr>
        <p:txBody>
          <a:bodyPr wrap="square" rtlCol="0" anchor="t"/>
          <a:lstStyle/>
          <a:p>
            <a:pPr marL="0" indent="0" algn="l">
              <a:lnSpc>
                <a:spcPts val="2541"/>
              </a:lnSpc>
              <a:buNone/>
            </a:pPr>
            <a:r>
              <a:rPr lang="en-US" sz="1588" dirty="0">
                <a:solidFill>
                  <a:srgbClr val="49495A"/>
                </a:solidFill>
                <a:latin typeface="Times New Roman" panose="02020603050405020304" pitchFamily="18" charset="0"/>
                <a:ea typeface="Open Sans" pitchFamily="34" charset="-122"/>
                <a:cs typeface="Times New Roman" panose="02020603050405020304" pitchFamily="18" charset="0"/>
              </a:rPr>
              <a:t>Productify's homepage is designed to be clean, visually appealing, and highly intuitive. It features prominent product showcases, easy-to-navigate menus, and captivating imagery that draws customers in and encourages exploration of the website.</a:t>
            </a:r>
            <a:endParaRPr lang="en-US" sz="1588" dirty="0">
              <a:latin typeface="Times New Roman" panose="02020603050405020304" pitchFamily="18" charset="0"/>
              <a:cs typeface="Times New Roman" panose="02020603050405020304" pitchFamily="18" charset="0"/>
            </a:endParaRPr>
          </a:p>
        </p:txBody>
      </p:sp>
      <p:pic>
        <p:nvPicPr>
          <p:cNvPr id="8" name="Image 1"/>
          <p:cNvPicPr>
            <a:picLocks noChangeAspect="1"/>
          </p:cNvPicPr>
          <p:nvPr/>
        </p:nvPicPr>
        <p:blipFill>
          <a:blip r:embed="rId4"/>
          <a:srcRect/>
          <a:stretch/>
        </p:blipFill>
        <p:spPr>
          <a:xfrm>
            <a:off x="5819537" y="1882359"/>
            <a:ext cx="2991326" cy="1260791"/>
          </a:xfrm>
          <a:prstGeom prst="rect">
            <a:avLst/>
          </a:prstGeom>
        </p:spPr>
      </p:pic>
      <p:sp>
        <p:nvSpPr>
          <p:cNvPr id="9" name="Text 5"/>
          <p:cNvSpPr/>
          <p:nvPr/>
        </p:nvSpPr>
        <p:spPr>
          <a:xfrm>
            <a:off x="5819537" y="3689152"/>
            <a:ext cx="2972514" cy="315039"/>
          </a:xfrm>
          <a:prstGeom prst="rect">
            <a:avLst/>
          </a:prstGeom>
          <a:noFill/>
          <a:ln/>
        </p:spPr>
        <p:txBody>
          <a:bodyPr wrap="none" rtlCol="0" anchor="t"/>
          <a:lstStyle/>
          <a:p>
            <a:pPr marL="0" indent="0" algn="l">
              <a:lnSpc>
                <a:spcPts val="2481"/>
              </a:lnSpc>
              <a:buNone/>
            </a:pPr>
            <a:r>
              <a:rPr lang="en-US" sz="1985" dirty="0">
                <a:solidFill>
                  <a:srgbClr val="5955EB"/>
                </a:solidFill>
                <a:latin typeface="Libre Baskerville" pitchFamily="34" charset="0"/>
                <a:ea typeface="Libre Baskerville" pitchFamily="34" charset="-122"/>
                <a:cs typeface="Libre Baskerville" pitchFamily="34" charset="-120"/>
              </a:rPr>
              <a:t>Detailed Product Pages</a:t>
            </a:r>
            <a:endParaRPr lang="en-US" sz="1985" dirty="0"/>
          </a:p>
        </p:txBody>
      </p:sp>
      <p:sp>
        <p:nvSpPr>
          <p:cNvPr id="10" name="Text 6"/>
          <p:cNvSpPr/>
          <p:nvPr/>
        </p:nvSpPr>
        <p:spPr>
          <a:xfrm>
            <a:off x="5819537" y="4125158"/>
            <a:ext cx="2991326" cy="3549253"/>
          </a:xfrm>
          <a:prstGeom prst="rect">
            <a:avLst/>
          </a:prstGeom>
          <a:noFill/>
          <a:ln/>
        </p:spPr>
        <p:txBody>
          <a:bodyPr wrap="square" rtlCol="0" anchor="t"/>
          <a:lstStyle/>
          <a:p>
            <a:pPr marL="0" indent="0" algn="l">
              <a:lnSpc>
                <a:spcPts val="2541"/>
              </a:lnSpc>
              <a:buNone/>
            </a:pPr>
            <a:r>
              <a:rPr lang="en-US" sz="1588" dirty="0">
                <a:solidFill>
                  <a:srgbClr val="49495A"/>
                </a:solidFill>
                <a:latin typeface="Times New Roman" panose="02020603050405020304" pitchFamily="18" charset="0"/>
                <a:ea typeface="Open Sans" pitchFamily="34" charset="-122"/>
                <a:cs typeface="Times New Roman" panose="02020603050405020304" pitchFamily="18" charset="0"/>
              </a:rPr>
              <a:t>Each product on Productify has a dedicated page that provides comprehensive information, including high-quality images, detailed descriptions, size guides, and customer reviews. This empowers customers to make informed purchasing decisions and helps them find the perfect items to meet their needs.</a:t>
            </a:r>
            <a:endParaRPr lang="en-US" sz="1588" dirty="0">
              <a:latin typeface="Times New Roman" panose="02020603050405020304" pitchFamily="18" charset="0"/>
              <a:cs typeface="Times New Roman" panose="02020603050405020304" pitchFamily="18" charset="0"/>
            </a:endParaRPr>
          </a:p>
        </p:txBody>
      </p:sp>
      <p:pic>
        <p:nvPicPr>
          <p:cNvPr id="11" name="Image 2"/>
          <p:cNvPicPr>
            <a:picLocks noChangeAspect="1"/>
          </p:cNvPicPr>
          <p:nvPr/>
        </p:nvPicPr>
        <p:blipFill>
          <a:blip r:embed="rId5"/>
          <a:srcRect/>
          <a:stretch/>
        </p:blipFill>
        <p:spPr>
          <a:xfrm>
            <a:off x="9371699" y="1728944"/>
            <a:ext cx="2991326" cy="1567619"/>
          </a:xfrm>
          <a:prstGeom prst="rect">
            <a:avLst/>
          </a:prstGeom>
        </p:spPr>
      </p:pic>
      <p:sp>
        <p:nvSpPr>
          <p:cNvPr id="12" name="Text 7"/>
          <p:cNvSpPr/>
          <p:nvPr/>
        </p:nvSpPr>
        <p:spPr>
          <a:xfrm>
            <a:off x="9113282" y="3689152"/>
            <a:ext cx="2991326" cy="630079"/>
          </a:xfrm>
          <a:prstGeom prst="rect">
            <a:avLst/>
          </a:prstGeom>
          <a:noFill/>
          <a:ln/>
        </p:spPr>
        <p:txBody>
          <a:bodyPr wrap="square" rtlCol="0" anchor="t"/>
          <a:lstStyle/>
          <a:p>
            <a:pPr marL="0" indent="0" algn="l">
              <a:lnSpc>
                <a:spcPts val="2481"/>
              </a:lnSpc>
              <a:buNone/>
            </a:pPr>
            <a:r>
              <a:rPr lang="en-US" sz="1985" dirty="0">
                <a:solidFill>
                  <a:srgbClr val="5955EB"/>
                </a:solidFill>
                <a:latin typeface="Libre Baskerville" pitchFamily="34" charset="0"/>
                <a:ea typeface="Libre Baskerville" pitchFamily="34" charset="-122"/>
                <a:cs typeface="Libre Baskerville" pitchFamily="34" charset="-120"/>
              </a:rPr>
              <a:t>Streamlined Navigation</a:t>
            </a:r>
            <a:endParaRPr lang="en-US" sz="1985" dirty="0"/>
          </a:p>
        </p:txBody>
      </p:sp>
      <p:sp>
        <p:nvSpPr>
          <p:cNvPr id="13" name="Text 8"/>
          <p:cNvSpPr/>
          <p:nvPr/>
        </p:nvSpPr>
        <p:spPr>
          <a:xfrm>
            <a:off x="9113282" y="4440198"/>
            <a:ext cx="2991326" cy="3226594"/>
          </a:xfrm>
          <a:prstGeom prst="rect">
            <a:avLst/>
          </a:prstGeom>
          <a:noFill/>
          <a:ln/>
        </p:spPr>
        <p:txBody>
          <a:bodyPr wrap="square" rtlCol="0" anchor="t"/>
          <a:lstStyle/>
          <a:p>
            <a:pPr marL="0" indent="0" algn="l">
              <a:lnSpc>
                <a:spcPts val="2541"/>
              </a:lnSpc>
              <a:buNone/>
            </a:pPr>
            <a:r>
              <a:rPr lang="en-US" sz="1588" dirty="0">
                <a:solidFill>
                  <a:srgbClr val="49495A"/>
                </a:solidFill>
                <a:latin typeface="Times New Roman" panose="02020603050405020304" pitchFamily="18" charset="0"/>
                <a:ea typeface="Open Sans" pitchFamily="34" charset="-122"/>
                <a:cs typeface="Times New Roman" panose="02020603050405020304" pitchFamily="18" charset="0"/>
              </a:rPr>
              <a:t>Productify's website features a well-organized and intuitive navigation system, making it easy for customers to browse and discover products. The categories and subcategories are clearly labeled, and the search functionality allows users to quickly find what they're looking for.</a:t>
            </a:r>
            <a:endParaRPr lang="en-US" sz="1588"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24641322-357D-8206-7152-8D7E1AC6C231}"/>
              </a:ext>
            </a:extLst>
          </p:cNvPr>
          <p:cNvPicPr>
            <a:picLocks noGrp="1" noChangeAspect="1"/>
          </p:cNvPicPr>
          <p:nvPr>
            <p:ph idx="1"/>
          </p:nvPr>
        </p:nvPicPr>
        <p:blipFill>
          <a:blip r:embed="rId2"/>
          <a:stretch>
            <a:fillRect/>
          </a:stretch>
        </p:blipFill>
        <p:spPr/>
      </p:pic>
      <p:sp>
        <p:nvSpPr>
          <p:cNvPr id="3" name="Title 2">
            <a:extLst>
              <a:ext uri="{FF2B5EF4-FFF2-40B4-BE49-F238E27FC236}">
                <a16:creationId xmlns:a16="http://schemas.microsoft.com/office/drawing/2014/main" id="{FEB9F7BF-833A-626D-DBB6-D6791BD17E89}"/>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EDE4D227-9616-C7AB-D4C6-AAA960E3626C}"/>
              </a:ext>
            </a:extLst>
          </p:cNvPr>
          <p:cNvSpPr txBox="1"/>
          <p:nvPr/>
        </p:nvSpPr>
        <p:spPr>
          <a:xfrm>
            <a:off x="1036320" y="695831"/>
            <a:ext cx="8392160" cy="707886"/>
          </a:xfrm>
          <a:prstGeom prst="rect">
            <a:avLst/>
          </a:prstGeom>
          <a:noFill/>
        </p:spPr>
        <p:txBody>
          <a:bodyPr wrap="square">
            <a:spAutoFit/>
          </a:bodyPr>
          <a:lstStyle/>
          <a:p>
            <a:r>
              <a:rPr lang="en-US" sz="4000" b="1" dirty="0">
                <a:solidFill>
                  <a:srgbClr val="00B0F0"/>
                </a:solidFill>
                <a:latin typeface="Times New Roman" panose="02020603050405020304" pitchFamily="18" charset="0"/>
                <a:cs typeface="Times New Roman" panose="02020603050405020304" pitchFamily="18" charset="0"/>
              </a:rPr>
              <a:t>Responsive design</a:t>
            </a:r>
            <a:endParaRPr lang="en-IN" sz="4000" dirty="0"/>
          </a:p>
        </p:txBody>
      </p:sp>
      <p:sp>
        <p:nvSpPr>
          <p:cNvPr id="6" name="TextBox 5">
            <a:extLst>
              <a:ext uri="{FF2B5EF4-FFF2-40B4-BE49-F238E27FC236}">
                <a16:creationId xmlns:a16="http://schemas.microsoft.com/office/drawing/2014/main" id="{C38DD4A0-9EC7-F59D-6AA5-219F3BE7EA8F}"/>
              </a:ext>
            </a:extLst>
          </p:cNvPr>
          <p:cNvSpPr txBox="1"/>
          <p:nvPr/>
        </p:nvSpPr>
        <p:spPr>
          <a:xfrm>
            <a:off x="914400" y="1717040"/>
            <a:ext cx="6177280" cy="4939814"/>
          </a:xfrm>
          <a:prstGeom prst="rect">
            <a:avLst/>
          </a:prstGeom>
          <a:noFill/>
        </p:spPr>
        <p:txBody>
          <a:bodyPr wrap="square" rtlCol="0">
            <a:spAutoFit/>
          </a:bodyPr>
          <a:lstStyle/>
          <a:p>
            <a:pPr>
              <a:lnSpc>
                <a:spcPct val="150000"/>
              </a:lnSpc>
            </a:pPr>
            <a:r>
              <a:rPr lang="en-US" dirty="0">
                <a:solidFill>
                  <a:schemeClr val="accent2">
                    <a:lumMod val="75000"/>
                  </a:schemeClr>
                </a:solidFill>
                <a:latin typeface="Times New Roman" panose="02020603050405020304" pitchFamily="18" charset="0"/>
                <a:cs typeface="Times New Roman" panose="02020603050405020304" pitchFamily="18" charset="0"/>
              </a:rPr>
              <a:t>Mobile-Friendly UI </a:t>
            </a:r>
          </a:p>
          <a:p>
            <a:pPr>
              <a:lnSpc>
                <a:spcPct val="150000"/>
              </a:lnSpc>
            </a:pPr>
            <a:r>
              <a:rPr lang="en-US" dirty="0" err="1">
                <a:latin typeface="Times New Roman" panose="02020603050405020304" pitchFamily="18" charset="0"/>
                <a:cs typeface="Times New Roman" panose="02020603050405020304" pitchFamily="18" charset="0"/>
              </a:rPr>
              <a:t>Productify's</a:t>
            </a:r>
            <a:r>
              <a:rPr lang="en-US" dirty="0">
                <a:latin typeface="Times New Roman" panose="02020603050405020304" pitchFamily="18" charset="0"/>
                <a:cs typeface="Times New Roman" panose="02020603050405020304" pitchFamily="18" charset="0"/>
              </a:rPr>
              <a:t> user interface is designed with mobile users in mind, with touch-friendly links and buttons Fonts are dynamically resized to maintain readability at different resolutions.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solidFill>
                  <a:schemeClr val="accent2">
                    <a:lumMod val="75000"/>
                  </a:schemeClr>
                </a:solidFill>
                <a:latin typeface="Times New Roman" panose="02020603050405020304" pitchFamily="18" charset="0"/>
                <a:cs typeface="Times New Roman" panose="02020603050405020304" pitchFamily="18" charset="0"/>
              </a:rPr>
              <a:t>Mobile-First Approach</a:t>
            </a:r>
          </a:p>
          <a:p>
            <a:pPr>
              <a:lnSpc>
                <a:spcPct val="150000"/>
              </a:lnSpc>
            </a:pPr>
            <a:r>
              <a:rPr lang="en-US" dirty="0">
                <a:latin typeface="Times New Roman" panose="02020603050405020304" pitchFamily="18" charset="0"/>
                <a:cs typeface="Times New Roman" panose="02020603050405020304" pitchFamily="18" charset="0"/>
              </a:rPr>
              <a:t>We followed a mobile-first design philosophy, prioritizing content and functionality for smaller screens first This allowed us to focus on the essentials and deliver a streamlined experience that scales up to larger devices </a:t>
            </a:r>
            <a:r>
              <a:rPr lang="en-US" dirty="0" err="1">
                <a:latin typeface="Times New Roman" panose="02020603050405020304" pitchFamily="18" charset="0"/>
                <a:cs typeface="Times New Roman" panose="02020603050405020304" pitchFamily="18" charset="0"/>
              </a:rPr>
              <a:t>Productify's</a:t>
            </a:r>
            <a:r>
              <a:rPr lang="en-US" dirty="0">
                <a:latin typeface="Times New Roman" panose="02020603050405020304" pitchFamily="18" charset="0"/>
                <a:cs typeface="Times New Roman" panose="02020603050405020304" pitchFamily="18" charset="0"/>
              </a:rPr>
              <a:t> responsive design is built on a solid foundation that adapts to the user's environment. </a:t>
            </a:r>
          </a:p>
          <a:p>
            <a:endParaRPr lang="en-US"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519B127E-3BB4-EEC2-814B-AFAF81AE1112}"/>
              </a:ext>
            </a:extLst>
          </p:cNvPr>
          <p:cNvPicPr>
            <a:picLocks noChangeAspect="1"/>
          </p:cNvPicPr>
          <p:nvPr/>
        </p:nvPicPr>
        <p:blipFill rotWithShape="1">
          <a:blip r:embed="rId2"/>
          <a:srcRect t="988" r="66078" b="-988"/>
          <a:stretch/>
        </p:blipFill>
        <p:spPr>
          <a:xfrm>
            <a:off x="7802880" y="233680"/>
            <a:ext cx="5496560" cy="7802880"/>
          </a:xfrm>
          <a:prstGeom prst="rect">
            <a:avLst/>
          </a:prstGeom>
        </p:spPr>
      </p:pic>
    </p:spTree>
    <p:extLst>
      <p:ext uri="{BB962C8B-B14F-4D97-AF65-F5344CB8AC3E}">
        <p14:creationId xmlns:p14="http://schemas.microsoft.com/office/powerpoint/2010/main" val="1576734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452BE0-CD2F-29FC-809F-E4A585FC965B}"/>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35B829A0-105C-D3AE-25BD-97E5FEFA9E09}"/>
              </a:ext>
            </a:extLst>
          </p:cNvPr>
          <p:cNvSpPr>
            <a:spLocks noGrp="1"/>
          </p:cNvSpPr>
          <p:nvPr>
            <p:ph type="title"/>
          </p:nvPr>
        </p:nvSpPr>
        <p:spPr/>
        <p:txBody>
          <a:bodyPr/>
          <a:lstStyle/>
          <a:p>
            <a:endParaRPr lang="en-IN"/>
          </a:p>
        </p:txBody>
      </p:sp>
      <p:sp>
        <p:nvSpPr>
          <p:cNvPr id="4" name="TextBox 3">
            <a:extLst>
              <a:ext uri="{FF2B5EF4-FFF2-40B4-BE49-F238E27FC236}">
                <a16:creationId xmlns:a16="http://schemas.microsoft.com/office/drawing/2014/main" id="{7DAED229-3051-56DA-D2B8-5B66A677B42E}"/>
              </a:ext>
            </a:extLst>
          </p:cNvPr>
          <p:cNvSpPr txBox="1"/>
          <p:nvPr/>
        </p:nvSpPr>
        <p:spPr>
          <a:xfrm>
            <a:off x="843280" y="6025217"/>
            <a:ext cx="7914640" cy="2446824"/>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By implementing these responsive design best practices, </a:t>
            </a:r>
            <a:r>
              <a:rPr lang="en-US" dirty="0" err="1">
                <a:latin typeface="Times New Roman" panose="02020603050405020304" pitchFamily="18" charset="0"/>
                <a:cs typeface="Times New Roman" panose="02020603050405020304" pitchFamily="18" charset="0"/>
              </a:rPr>
              <a:t>Productify</a:t>
            </a:r>
            <a:r>
              <a:rPr lang="en-US" dirty="0">
                <a:latin typeface="Times New Roman" panose="02020603050405020304" pitchFamily="18" charset="0"/>
                <a:cs typeface="Times New Roman" panose="02020603050405020304" pitchFamily="18" charset="0"/>
              </a:rPr>
              <a:t> ensures that users enjoy a seamless and optimized experience regardless of the device they're using. Our mobile-friendly UI, fluid layouts, and optimized images work together to deliver the same high-quality presentation of products and services across desktops, tablets, and smartphones.</a:t>
            </a:r>
            <a:endParaRPr lang="en-IN" dirty="0">
              <a:latin typeface="Times New Roman" panose="02020603050405020304" pitchFamily="18" charset="0"/>
              <a:cs typeface="Times New Roman" panose="02020603050405020304" pitchFamily="18" charset="0"/>
            </a:endParaRPr>
          </a:p>
          <a:p>
            <a:endParaRPr lang="en-IN" dirty="0"/>
          </a:p>
        </p:txBody>
      </p:sp>
      <p:pic>
        <p:nvPicPr>
          <p:cNvPr id="6" name="Picture 5">
            <a:extLst>
              <a:ext uri="{FF2B5EF4-FFF2-40B4-BE49-F238E27FC236}">
                <a16:creationId xmlns:a16="http://schemas.microsoft.com/office/drawing/2014/main" id="{0B1BD155-3A2E-AFA4-D831-55C4649032C1}"/>
              </a:ext>
            </a:extLst>
          </p:cNvPr>
          <p:cNvPicPr>
            <a:picLocks noChangeAspect="1"/>
          </p:cNvPicPr>
          <p:nvPr/>
        </p:nvPicPr>
        <p:blipFill>
          <a:blip r:embed="rId2"/>
          <a:stretch>
            <a:fillRect/>
          </a:stretch>
        </p:blipFill>
        <p:spPr>
          <a:xfrm>
            <a:off x="731520" y="680720"/>
            <a:ext cx="7752080" cy="4859571"/>
          </a:xfrm>
          <a:prstGeom prst="rect">
            <a:avLst/>
          </a:prstGeom>
        </p:spPr>
      </p:pic>
      <p:pic>
        <p:nvPicPr>
          <p:cNvPr id="8" name="Picture 7">
            <a:extLst>
              <a:ext uri="{FF2B5EF4-FFF2-40B4-BE49-F238E27FC236}">
                <a16:creationId xmlns:a16="http://schemas.microsoft.com/office/drawing/2014/main" id="{BBD6A782-62C2-BA7B-BC5C-63DD2E5F9CF6}"/>
              </a:ext>
            </a:extLst>
          </p:cNvPr>
          <p:cNvPicPr>
            <a:picLocks noChangeAspect="1"/>
          </p:cNvPicPr>
          <p:nvPr/>
        </p:nvPicPr>
        <p:blipFill rotWithShape="1">
          <a:blip r:embed="rId3"/>
          <a:srcRect r="27327"/>
          <a:stretch/>
        </p:blipFill>
        <p:spPr>
          <a:xfrm>
            <a:off x="8757920" y="375920"/>
            <a:ext cx="5354320" cy="7640320"/>
          </a:xfrm>
          <a:prstGeom prst="rect">
            <a:avLst/>
          </a:prstGeom>
        </p:spPr>
      </p:pic>
    </p:spTree>
    <p:extLst>
      <p:ext uri="{BB962C8B-B14F-4D97-AF65-F5344CB8AC3E}">
        <p14:creationId xmlns:p14="http://schemas.microsoft.com/office/powerpoint/2010/main" val="5962818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7620" y="50617"/>
            <a:ext cx="14630400" cy="8229600"/>
          </a:xfrm>
          <a:prstGeom prst="rect">
            <a:avLst/>
          </a:prstGeom>
          <a:solidFill>
            <a:srgbClr val="FBFAFF"/>
          </a:solidFill>
          <a:ln/>
        </p:spPr>
      </p:sp>
      <p:pic>
        <p:nvPicPr>
          <p:cNvPr id="4" name="Image 0" descr="preencoded.png"/>
          <p:cNvPicPr>
            <a:picLocks noChangeAspect="1"/>
          </p:cNvPicPr>
          <p:nvPr/>
        </p:nvPicPr>
        <p:blipFill>
          <a:blip r:embed="rId3"/>
          <a:stretch>
            <a:fillRect/>
          </a:stretch>
        </p:blipFill>
        <p:spPr>
          <a:xfrm>
            <a:off x="7620" y="50617"/>
            <a:ext cx="5486400" cy="8229600"/>
          </a:xfrm>
          <a:prstGeom prst="rect">
            <a:avLst/>
          </a:prstGeom>
        </p:spPr>
      </p:pic>
      <p:sp>
        <p:nvSpPr>
          <p:cNvPr id="5" name="Text 2"/>
          <p:cNvSpPr/>
          <p:nvPr/>
        </p:nvSpPr>
        <p:spPr>
          <a:xfrm>
            <a:off x="6349202" y="1610139"/>
            <a:ext cx="5962650" cy="502563"/>
          </a:xfrm>
          <a:prstGeom prst="rect">
            <a:avLst/>
          </a:prstGeom>
          <a:noFill/>
          <a:ln/>
        </p:spPr>
        <p:txBody>
          <a:bodyPr wrap="none" rtlCol="0" anchor="t"/>
          <a:lstStyle/>
          <a:p>
            <a:pPr marL="0" indent="0">
              <a:lnSpc>
                <a:spcPts val="3958"/>
              </a:lnSpc>
              <a:buNone/>
            </a:pPr>
            <a:r>
              <a:rPr lang="en-US" sz="4000" dirty="0">
                <a:solidFill>
                  <a:srgbClr val="5955EB"/>
                </a:solidFill>
                <a:latin typeface="Times New Roman" panose="02020603050405020304" pitchFamily="18" charset="0"/>
                <a:ea typeface="Libre Baskerville" pitchFamily="34" charset="-122"/>
                <a:cs typeface="Times New Roman" panose="02020603050405020304" pitchFamily="18" charset="0"/>
              </a:rPr>
              <a:t>Shopping Cart</a:t>
            </a:r>
            <a:endParaRPr lang="en-US" sz="4000" dirty="0">
              <a:latin typeface="Times New Roman" panose="02020603050405020304" pitchFamily="18" charset="0"/>
              <a:cs typeface="Times New Roman" panose="02020603050405020304" pitchFamily="18" charset="0"/>
            </a:endParaRPr>
          </a:p>
        </p:txBody>
      </p:sp>
      <p:sp>
        <p:nvSpPr>
          <p:cNvPr id="6" name="Text 3"/>
          <p:cNvSpPr/>
          <p:nvPr/>
        </p:nvSpPr>
        <p:spPr>
          <a:xfrm>
            <a:off x="6170297" y="2941983"/>
            <a:ext cx="7639883" cy="4273826"/>
          </a:xfrm>
          <a:prstGeom prst="rect">
            <a:avLst/>
          </a:prstGeom>
          <a:noFill/>
          <a:ln/>
        </p:spPr>
        <p:txBody>
          <a:bodyPr wrap="square" rtlCol="0" anchor="t"/>
          <a:lstStyle/>
          <a:p>
            <a:pPr marL="0" indent="0" algn="just">
              <a:lnSpc>
                <a:spcPct val="150000"/>
              </a:lnSpc>
              <a:buNone/>
            </a:pPr>
            <a:r>
              <a:rPr lang="en-US" dirty="0">
                <a:solidFill>
                  <a:srgbClr val="49495A"/>
                </a:solidFill>
                <a:latin typeface="Times New Roman" panose="02020603050405020304" pitchFamily="18" charset="0"/>
                <a:ea typeface="Open Sans" pitchFamily="34" charset="-122"/>
                <a:cs typeface="Times New Roman" panose="02020603050405020304" pitchFamily="18" charset="0"/>
              </a:rPr>
              <a:t>The shopping cart and checkout experience are critical components of the Productify e-commerce website. Customers should be able to easily add items to their </a:t>
            </a:r>
            <a:r>
              <a:rPr lang="en-US" dirty="0" err="1">
                <a:solidFill>
                  <a:srgbClr val="49495A"/>
                </a:solidFill>
                <a:latin typeface="Times New Roman" panose="02020603050405020304" pitchFamily="18" charset="0"/>
                <a:ea typeface="Open Sans" pitchFamily="34" charset="-122"/>
                <a:cs typeface="Times New Roman" panose="02020603050405020304" pitchFamily="18" charset="0"/>
              </a:rPr>
              <a:t>cart.The</a:t>
            </a:r>
            <a:r>
              <a:rPr lang="en-US" dirty="0">
                <a:solidFill>
                  <a:srgbClr val="49495A"/>
                </a:solidFill>
                <a:latin typeface="Times New Roman" panose="02020603050405020304" pitchFamily="18" charset="0"/>
                <a:ea typeface="Open Sans" pitchFamily="34" charset="-122"/>
                <a:cs typeface="Times New Roman" panose="02020603050405020304" pitchFamily="18" charset="0"/>
              </a:rPr>
              <a:t> shopping cart should display a summary of the items selected, including the product name, image, quantity, size, color, and total price. Customers should be able to update the quantity or remove items directly from the cart.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9B4EB07-0FD2-5031-9E21-1D5CEEF955AA}"/>
              </a:ext>
            </a:extLst>
          </p:cNvPr>
          <p:cNvPicPr>
            <a:picLocks noChangeAspect="1"/>
          </p:cNvPicPr>
          <p:nvPr/>
        </p:nvPicPr>
        <p:blipFill>
          <a:blip r:embed="rId2"/>
          <a:stretch>
            <a:fillRect/>
          </a:stretch>
        </p:blipFill>
        <p:spPr>
          <a:xfrm>
            <a:off x="362760" y="0"/>
            <a:ext cx="5342301" cy="2872409"/>
          </a:xfrm>
          <a:prstGeom prst="rect">
            <a:avLst/>
          </a:prstGeom>
        </p:spPr>
      </p:pic>
      <p:sp>
        <p:nvSpPr>
          <p:cNvPr id="8" name="TextBox 7">
            <a:extLst>
              <a:ext uri="{FF2B5EF4-FFF2-40B4-BE49-F238E27FC236}">
                <a16:creationId xmlns:a16="http://schemas.microsoft.com/office/drawing/2014/main" id="{6EAD5C0B-1580-BB43-3CC0-927ACFBE54E2}"/>
              </a:ext>
            </a:extLst>
          </p:cNvPr>
          <p:cNvSpPr txBox="1"/>
          <p:nvPr/>
        </p:nvSpPr>
        <p:spPr>
          <a:xfrm>
            <a:off x="7394713" y="1182757"/>
            <a:ext cx="5168348" cy="584775"/>
          </a:xfrm>
          <a:prstGeom prst="rect">
            <a:avLst/>
          </a:prstGeom>
          <a:noFill/>
        </p:spPr>
        <p:txBody>
          <a:bodyPr wrap="square" rtlCol="0">
            <a:spAutoFit/>
          </a:bodyPr>
          <a:lstStyle/>
          <a:p>
            <a:r>
              <a:rPr lang="en-IN" sz="3200" dirty="0" err="1">
                <a:solidFill>
                  <a:srgbClr val="00B0F0"/>
                </a:solidFill>
                <a:latin typeface="Times New Roman" panose="02020603050405020304" pitchFamily="18" charset="0"/>
                <a:cs typeface="Times New Roman" panose="02020603050405020304" pitchFamily="18" charset="0"/>
              </a:rPr>
              <a:t>Productify’s</a:t>
            </a:r>
            <a:r>
              <a:rPr lang="en-IN" sz="3200" dirty="0">
                <a:solidFill>
                  <a:srgbClr val="00B0F0"/>
                </a:solidFill>
                <a:latin typeface="Times New Roman" panose="02020603050405020304" pitchFamily="18" charset="0"/>
                <a:cs typeface="Times New Roman" panose="02020603050405020304" pitchFamily="18" charset="0"/>
              </a:rPr>
              <a:t> shopping cart</a:t>
            </a:r>
          </a:p>
        </p:txBody>
      </p:sp>
      <p:pic>
        <p:nvPicPr>
          <p:cNvPr id="10" name="Picture 9">
            <a:extLst>
              <a:ext uri="{FF2B5EF4-FFF2-40B4-BE49-F238E27FC236}">
                <a16:creationId xmlns:a16="http://schemas.microsoft.com/office/drawing/2014/main" id="{4BDA4CD1-5A08-62A6-91D7-66303F1FE179}"/>
              </a:ext>
            </a:extLst>
          </p:cNvPr>
          <p:cNvPicPr>
            <a:picLocks noChangeAspect="1"/>
          </p:cNvPicPr>
          <p:nvPr/>
        </p:nvPicPr>
        <p:blipFill>
          <a:blip r:embed="rId3"/>
          <a:stretch>
            <a:fillRect/>
          </a:stretch>
        </p:blipFill>
        <p:spPr>
          <a:xfrm>
            <a:off x="1182757" y="2534478"/>
            <a:ext cx="13320839" cy="5695122"/>
          </a:xfrm>
          <a:prstGeom prst="rect">
            <a:avLst/>
          </a:prstGeom>
        </p:spPr>
      </p:pic>
    </p:spTree>
    <p:extLst>
      <p:ext uri="{BB962C8B-B14F-4D97-AF65-F5344CB8AC3E}">
        <p14:creationId xmlns:p14="http://schemas.microsoft.com/office/powerpoint/2010/main" val="1435953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4097F9-8ACD-F702-0B9E-C849381F25A6}"/>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AE7F7B32-0AAC-9AC1-FD56-B13BC0C5CFC0}"/>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DE735041-EA9D-D3ED-3B00-943775D0B57F}"/>
              </a:ext>
            </a:extLst>
          </p:cNvPr>
          <p:cNvPicPr>
            <a:picLocks noChangeAspect="1"/>
          </p:cNvPicPr>
          <p:nvPr/>
        </p:nvPicPr>
        <p:blipFill>
          <a:blip r:embed="rId2"/>
          <a:stretch>
            <a:fillRect/>
          </a:stretch>
        </p:blipFill>
        <p:spPr>
          <a:xfrm>
            <a:off x="946849" y="1026160"/>
            <a:ext cx="10574591" cy="7156382"/>
          </a:xfrm>
          <a:prstGeom prst="rect">
            <a:avLst/>
          </a:prstGeom>
        </p:spPr>
      </p:pic>
      <p:sp>
        <p:nvSpPr>
          <p:cNvPr id="6" name="TextBox 5">
            <a:extLst>
              <a:ext uri="{FF2B5EF4-FFF2-40B4-BE49-F238E27FC236}">
                <a16:creationId xmlns:a16="http://schemas.microsoft.com/office/drawing/2014/main" id="{65DAF3DF-3197-C07D-BABF-4CCD31161946}"/>
              </a:ext>
            </a:extLst>
          </p:cNvPr>
          <p:cNvSpPr txBox="1"/>
          <p:nvPr/>
        </p:nvSpPr>
        <p:spPr>
          <a:xfrm>
            <a:off x="1097280" y="335280"/>
            <a:ext cx="5953760" cy="584775"/>
          </a:xfrm>
          <a:prstGeom prst="rect">
            <a:avLst/>
          </a:prstGeom>
          <a:noFill/>
        </p:spPr>
        <p:txBody>
          <a:bodyPr wrap="square" rtlCol="0">
            <a:spAutoFit/>
          </a:bodyPr>
          <a:lstStyle/>
          <a:p>
            <a:r>
              <a:rPr lang="en-IN" sz="3200" dirty="0" err="1">
                <a:solidFill>
                  <a:srgbClr val="00B0F0"/>
                </a:solidFill>
                <a:latin typeface="Times New Roman" panose="02020603050405020304" pitchFamily="18" charset="0"/>
                <a:cs typeface="Times New Roman" panose="02020603050405020304" pitchFamily="18" charset="0"/>
              </a:rPr>
              <a:t>CartItems.jsx</a:t>
            </a:r>
            <a:endParaRPr lang="en-IN" sz="3200"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6680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30565"/>
            <a:ext cx="14630400" cy="8229600"/>
          </a:xfrm>
          <a:prstGeom prst="rect">
            <a:avLst/>
          </a:prstGeom>
          <a:solidFill>
            <a:srgbClr val="FBFAFF"/>
          </a:solidFill>
          <a:ln/>
        </p:spPr>
      </p:sp>
      <p:sp>
        <p:nvSpPr>
          <p:cNvPr id="4" name="Text 2"/>
          <p:cNvSpPr/>
          <p:nvPr/>
        </p:nvSpPr>
        <p:spPr>
          <a:xfrm>
            <a:off x="1059693" y="3936201"/>
            <a:ext cx="6532602" cy="594241"/>
          </a:xfrm>
          <a:prstGeom prst="rect">
            <a:avLst/>
          </a:prstGeom>
          <a:noFill/>
          <a:ln/>
        </p:spPr>
        <p:txBody>
          <a:bodyPr wrap="none" rtlCol="0" anchor="t"/>
          <a:lstStyle/>
          <a:p>
            <a:pPr marL="0" indent="0">
              <a:lnSpc>
                <a:spcPts val="4679"/>
              </a:lnSpc>
              <a:buNone/>
            </a:pPr>
            <a:r>
              <a:rPr lang="en-US" sz="3743" dirty="0">
                <a:solidFill>
                  <a:srgbClr val="5955EB"/>
                </a:solidFill>
                <a:latin typeface="Libre Baskerville" pitchFamily="34" charset="0"/>
                <a:ea typeface="Libre Baskerville" pitchFamily="34" charset="-122"/>
                <a:cs typeface="Libre Baskerville" pitchFamily="34" charset="-120"/>
              </a:rPr>
              <a:t>Conclusion and Next Steps</a:t>
            </a:r>
            <a:endParaRPr lang="en-US" sz="3743" dirty="0"/>
          </a:p>
        </p:txBody>
      </p:sp>
      <p:sp>
        <p:nvSpPr>
          <p:cNvPr id="5" name="Text 3"/>
          <p:cNvSpPr/>
          <p:nvPr/>
        </p:nvSpPr>
        <p:spPr>
          <a:xfrm>
            <a:off x="1149142" y="4810539"/>
            <a:ext cx="12332115" cy="2484783"/>
          </a:xfrm>
          <a:prstGeom prst="rect">
            <a:avLst/>
          </a:prstGeom>
          <a:noFill/>
          <a:ln/>
        </p:spPr>
        <p:txBody>
          <a:bodyPr wrap="square" rtlCol="0" anchor="t"/>
          <a:lstStyle/>
          <a:p>
            <a:pPr marL="0" indent="0" algn="just">
              <a:lnSpc>
                <a:spcPts val="2396"/>
              </a:lnSpc>
              <a:buNone/>
            </a:pPr>
            <a:r>
              <a:rPr lang="en-US" dirty="0">
                <a:solidFill>
                  <a:srgbClr val="49495A"/>
                </a:solidFill>
                <a:latin typeface="Times New Roman" panose="02020603050405020304" pitchFamily="18" charset="0"/>
                <a:ea typeface="Open Sans" pitchFamily="34" charset="-122"/>
                <a:cs typeface="Times New Roman" panose="02020603050405020304" pitchFamily="18" charset="0"/>
              </a:rPr>
              <a:t>In conclusion, the Productify e-commerce website has been designed and developed to provide a seamless and enjoyable shopping experience for customers. By incorporating a comprehensive set of features, such as user registration and accounts, a robust product catalog, a user-friendly shopping cart.</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1149143" y="5993296"/>
            <a:ext cx="11851240" cy="2616590"/>
          </a:xfrm>
          <a:prstGeom prst="rect">
            <a:avLst/>
          </a:prstGeom>
          <a:noFill/>
          <a:ln/>
        </p:spPr>
        <p:txBody>
          <a:bodyPr wrap="square" rtlCol="0" anchor="t"/>
          <a:lstStyle/>
          <a:p>
            <a:pPr marL="0" indent="0" algn="just">
              <a:lnSpc>
                <a:spcPts val="2396"/>
              </a:lnSpc>
              <a:buNone/>
            </a:pPr>
            <a:r>
              <a:rPr lang="en-US" dirty="0">
                <a:solidFill>
                  <a:srgbClr val="49495A"/>
                </a:solidFill>
                <a:latin typeface="Times New Roman" panose="02020603050405020304" pitchFamily="18" charset="0"/>
                <a:ea typeface="Open Sans" pitchFamily="34" charset="-122"/>
                <a:cs typeface="Times New Roman" panose="02020603050405020304" pitchFamily="18" charset="0"/>
              </a:rPr>
              <a:t>As we look to the future, the Productify team is committed to continually improving and expanding the website's offerings. This includes exploring new product categories, enhancing the personalization and recommendations features.</a:t>
            </a: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B6FC1FF-3AAB-E446-96EC-E519B9ABEA85}"/>
              </a:ext>
            </a:extLst>
          </p:cNvPr>
          <p:cNvSpPr txBox="1"/>
          <p:nvPr/>
        </p:nvSpPr>
        <p:spPr>
          <a:xfrm>
            <a:off x="1242392" y="1093304"/>
            <a:ext cx="4452730" cy="2046714"/>
          </a:xfrm>
          <a:prstGeom prst="rect">
            <a:avLst/>
          </a:prstGeom>
          <a:noFill/>
        </p:spPr>
        <p:txBody>
          <a:bodyPr wrap="square" rtlCol="0">
            <a:spAutoFit/>
          </a:bodyPr>
          <a:lstStyle/>
          <a:p>
            <a:r>
              <a:rPr lang="en-US" sz="2800" dirty="0">
                <a:solidFill>
                  <a:srgbClr val="00B0F0"/>
                </a:solidFill>
                <a:latin typeface="Times New Roman" panose="02020603050405020304" pitchFamily="18" charset="0"/>
                <a:cs typeface="Times New Roman" panose="02020603050405020304" pitchFamily="18" charset="0"/>
              </a:rPr>
              <a:t>Software Requirements</a:t>
            </a:r>
          </a:p>
          <a:p>
            <a:pPr marL="342900" lvl="0" indent="-342900">
              <a:lnSpc>
                <a:spcPct val="150000"/>
              </a:lnSpc>
              <a:buFont typeface="Symbol" panose="05050102010706020507" pitchFamily="18" charset="2"/>
              <a:buChar char=""/>
            </a:pPr>
            <a:r>
              <a:rPr lang="en-US" sz="1800" dirty="0" err="1">
                <a:effectLst/>
                <a:latin typeface="Times New Roman" panose="02020603050405020304" pitchFamily="18" charset="0"/>
                <a:ea typeface="Times New Roman" panose="02020603050405020304" pitchFamily="18" charset="0"/>
              </a:rPr>
              <a:t>Languages:</a:t>
            </a:r>
            <a:r>
              <a:rPr lang="en-US" dirty="0" err="1">
                <a:latin typeface="Times New Roman" panose="02020603050405020304" pitchFamily="18" charset="0"/>
                <a:ea typeface="Times New Roman" panose="02020603050405020304" pitchFamily="18" charset="0"/>
              </a:rPr>
              <a:t>React</a:t>
            </a:r>
            <a:r>
              <a:rPr lang="en-US" dirty="0">
                <a:latin typeface="Times New Roman" panose="02020603050405020304" pitchFamily="18" charset="0"/>
                <a:ea typeface="Times New Roman" panose="02020603050405020304" pitchFamily="18" charset="0"/>
              </a:rPr>
              <a:t> JS</a:t>
            </a:r>
            <a:r>
              <a:rPr lang="en-US" sz="1800" dirty="0">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342900" lvl="0" indent="-342900">
              <a:lnSpc>
                <a:spcPct val="150000"/>
              </a:lnSpc>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Database :</a:t>
            </a:r>
            <a:r>
              <a:rPr lang="en-US" sz="1800" dirty="0" err="1">
                <a:effectLst/>
                <a:latin typeface="Times New Roman" panose="02020603050405020304" pitchFamily="18" charset="0"/>
                <a:ea typeface="Times New Roman" panose="02020603050405020304" pitchFamily="18" charset="0"/>
              </a:rPr>
              <a:t>Mongodb</a:t>
            </a:r>
            <a:endParaRPr lang="en-IN" sz="1800" dirty="0">
              <a:effectLst/>
              <a:latin typeface="Times New Roman" panose="02020603050405020304" pitchFamily="18" charset="0"/>
              <a:ea typeface="Times New Roman" panose="02020603050405020304" pitchFamily="18" charset="0"/>
            </a:endParaRPr>
          </a:p>
          <a:p>
            <a:pPr marL="342900" lvl="0" indent="-342900">
              <a:lnSpc>
                <a:spcPct val="150000"/>
              </a:lnSpc>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Tools/IDE: VS Code</a:t>
            </a:r>
            <a:endParaRPr lang="en-IN" sz="1800" dirty="0">
              <a:effectLst/>
              <a:latin typeface="Times New Roman" panose="02020603050405020304" pitchFamily="18" charset="0"/>
              <a:ea typeface="Times New Roman" panose="02020603050405020304" pitchFamily="18" charset="0"/>
            </a:endParaRPr>
          </a:p>
          <a:p>
            <a:endParaRPr lang="en-IN" dirty="0"/>
          </a:p>
        </p:txBody>
      </p:sp>
      <p:sp>
        <p:nvSpPr>
          <p:cNvPr id="10" name="TextBox 9">
            <a:extLst>
              <a:ext uri="{FF2B5EF4-FFF2-40B4-BE49-F238E27FC236}">
                <a16:creationId xmlns:a16="http://schemas.microsoft.com/office/drawing/2014/main" id="{B62C2A8F-C8F8-9044-FC6D-23002D368AAC}"/>
              </a:ext>
            </a:extLst>
          </p:cNvPr>
          <p:cNvSpPr txBox="1"/>
          <p:nvPr/>
        </p:nvSpPr>
        <p:spPr>
          <a:xfrm>
            <a:off x="7136297" y="1093304"/>
            <a:ext cx="6768546" cy="2046714"/>
          </a:xfrm>
          <a:prstGeom prst="rect">
            <a:avLst/>
          </a:prstGeom>
          <a:noFill/>
        </p:spPr>
        <p:txBody>
          <a:bodyPr wrap="square" rtlCol="0">
            <a:spAutoFit/>
          </a:bodyPr>
          <a:lstStyle/>
          <a:p>
            <a:r>
              <a:rPr lang="en-US" sz="2800" dirty="0">
                <a:solidFill>
                  <a:srgbClr val="00B0F0"/>
                </a:solidFill>
                <a:latin typeface="Times New Roman" panose="02020603050405020304" pitchFamily="18" charset="0"/>
                <a:cs typeface="Times New Roman" panose="02020603050405020304" pitchFamily="18" charset="0"/>
              </a:rPr>
              <a:t>Hardware Requirements</a:t>
            </a:r>
          </a:p>
          <a:p>
            <a:pPr>
              <a:lnSpc>
                <a:spcPct val="150000"/>
              </a:lnSpc>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      System Specifications: (RAM &amp; Hard disk):8GB,</a:t>
            </a:r>
            <a:r>
              <a:rPr lang="en-US" sz="1800" dirty="0">
                <a:latin typeface="Times New Roman" panose="02020603050405020304" pitchFamily="18" charset="0"/>
                <a:ea typeface="Times New Roman" panose="02020603050405020304" pitchFamily="18" charset="0"/>
              </a:rPr>
              <a:t>128</a:t>
            </a:r>
            <a:r>
              <a:rPr lang="en-US" sz="1800" dirty="0">
                <a:effectLst/>
                <a:latin typeface="Times New Roman" panose="02020603050405020304" pitchFamily="18" charset="0"/>
                <a:ea typeface="Times New Roman" panose="02020603050405020304" pitchFamily="18" charset="0"/>
              </a:rPr>
              <a:t>GB SSD.</a:t>
            </a:r>
            <a:endParaRPr lang="en-IN" sz="1800" dirty="0">
              <a:effectLst/>
              <a:latin typeface="Times New Roman" panose="02020603050405020304" pitchFamily="18" charset="0"/>
              <a:ea typeface="Times New Roman" panose="02020603050405020304" pitchFamily="18" charset="0"/>
            </a:endParaRPr>
          </a:p>
          <a:p>
            <a:pPr marL="457200" lvl="0" indent="-457200">
              <a:lnSpc>
                <a:spcPct val="150000"/>
              </a:lnSpc>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Operating System: Windows.</a:t>
            </a:r>
            <a:endParaRPr lang="en-IN" sz="1800" dirty="0">
              <a:effectLst/>
              <a:latin typeface="Times New Roman" panose="02020603050405020304" pitchFamily="18" charset="0"/>
              <a:ea typeface="Times New Roman" panose="02020603050405020304" pitchFamily="18" charset="0"/>
            </a:endParaRPr>
          </a:p>
          <a:p>
            <a:pPr marL="457200" lvl="0" indent="-457200">
              <a:lnSpc>
                <a:spcPct val="150000"/>
              </a:lnSpc>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Processor: Intel Core </a:t>
            </a:r>
            <a:r>
              <a:rPr lang="en-US" dirty="0">
                <a:latin typeface="Times New Roman" panose="02020603050405020304" pitchFamily="18" charset="0"/>
                <a:ea typeface="Times New Roman" panose="02020603050405020304" pitchFamily="18" charset="0"/>
              </a:rPr>
              <a:t>i3/i5</a:t>
            </a:r>
            <a:r>
              <a:rPr lang="en-US" sz="1800"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CBBAC9-ADD2-A480-D949-199D6A241559}"/>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8F2C660A-DD4A-9EFF-5147-C371491FEC67}"/>
              </a:ext>
            </a:extLst>
          </p:cNvPr>
          <p:cNvSpPr>
            <a:spLocks noGrp="1"/>
          </p:cNvSpPr>
          <p:nvPr>
            <p:ph type="title"/>
          </p:nvPr>
        </p:nvSpPr>
        <p:spPr/>
        <p:txBody>
          <a:bodyPr/>
          <a:lstStyle/>
          <a:p>
            <a:endParaRPr lang="en-IN"/>
          </a:p>
        </p:txBody>
      </p:sp>
      <p:sp>
        <p:nvSpPr>
          <p:cNvPr id="4" name="TextBox 3">
            <a:extLst>
              <a:ext uri="{FF2B5EF4-FFF2-40B4-BE49-F238E27FC236}">
                <a16:creationId xmlns:a16="http://schemas.microsoft.com/office/drawing/2014/main" id="{42EE2606-A3EA-9167-A79F-537928C4827E}"/>
              </a:ext>
            </a:extLst>
          </p:cNvPr>
          <p:cNvSpPr txBox="1"/>
          <p:nvPr/>
        </p:nvSpPr>
        <p:spPr>
          <a:xfrm>
            <a:off x="5110480" y="3154065"/>
            <a:ext cx="7863840" cy="1200329"/>
          </a:xfrm>
          <a:prstGeom prst="rect">
            <a:avLst/>
          </a:prstGeom>
          <a:noFill/>
        </p:spPr>
        <p:txBody>
          <a:bodyPr wrap="square" rtlCol="0">
            <a:spAutoFit/>
          </a:bodyPr>
          <a:lstStyle/>
          <a:p>
            <a:r>
              <a:rPr lang="en-IN" sz="7200" dirty="0">
                <a:solidFill>
                  <a:srgbClr val="7030A0"/>
                </a:solidFill>
                <a:latin typeface="Algerian" panose="04020705040A02060702" pitchFamily="82" charset="0"/>
              </a:rPr>
              <a:t>THANK YOU</a:t>
            </a:r>
          </a:p>
        </p:txBody>
      </p:sp>
    </p:spTree>
    <p:extLst>
      <p:ext uri="{BB962C8B-B14F-4D97-AF65-F5344CB8AC3E}">
        <p14:creationId xmlns:p14="http://schemas.microsoft.com/office/powerpoint/2010/main" val="29118286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TotalTime>
  <Words>1213</Words>
  <Application>Microsoft Office PowerPoint</Application>
  <PresentationFormat>Custom</PresentationFormat>
  <Paragraphs>83</Paragraphs>
  <Slides>22</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Algerian</vt:lpstr>
      <vt:lpstr>Arial</vt:lpstr>
      <vt:lpstr>CG Omega</vt:lpstr>
      <vt:lpstr>Libre Baskerville</vt:lpstr>
      <vt:lpstr>Open Sans</vt:lpstr>
      <vt:lpstr>Symbol</vt:lpstr>
      <vt:lpstr>Times New Roman</vt:lpstr>
      <vt:lpstr>Wingdings</vt:lpstr>
      <vt:lpstr>Office Theme</vt:lpstr>
      <vt:lpstr>CVR COLLEGE OF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sowmyareddy1911@gmail.com</cp:lastModifiedBy>
  <cp:revision>1</cp:revision>
  <dcterms:created xsi:type="dcterms:W3CDTF">2024-05-20T17:57:22Z</dcterms:created>
  <dcterms:modified xsi:type="dcterms:W3CDTF">2024-05-31T18:54:15Z</dcterms:modified>
</cp:coreProperties>
</file>